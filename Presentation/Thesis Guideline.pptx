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9"/>
  </p:notesMasterIdLst>
  <p:handoutMasterIdLst>
    <p:handoutMasterId r:id="rId10"/>
  </p:handoutMasterIdLst>
  <p:sldIdLst>
    <p:sldId id="378" r:id="rId5"/>
    <p:sldId id="398" r:id="rId6"/>
    <p:sldId id="397" r:id="rId7"/>
    <p:sldId id="399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2E8A"/>
    <a:srgbClr val="0042C8"/>
    <a:srgbClr val="0038C8"/>
    <a:srgbClr val="0076D2"/>
    <a:srgbClr val="0076DC"/>
    <a:srgbClr val="0076F0"/>
    <a:srgbClr val="0076C9"/>
    <a:srgbClr val="DFDEE0"/>
    <a:srgbClr val="E9E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25EAD-BE3D-452D-A2A8-CD4C597AB124}" v="8" dt="2026-03-05T14:17:42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aksono, Hendro" userId="530cee96-c3a4-4ed6-9cf0-6f44941cc4ad" providerId="ADAL" clId="{D2D6EB80-B826-4379-9C10-A2BD7CB4A28A}"/>
    <pc:docChg chg="custSel addSld delSld modSld sldOrd">
      <pc:chgData name="Wicaksono, Hendro" userId="530cee96-c3a4-4ed6-9cf0-6f44941cc4ad" providerId="ADAL" clId="{D2D6EB80-B826-4379-9C10-A2BD7CB4A28A}" dt="2026-03-05T14:17:42.823" v="628" actId="14734"/>
      <pc:docMkLst>
        <pc:docMk/>
      </pc:docMkLst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969996531" sldId="373"/>
        </pc:sldMkLst>
      </pc:sldChg>
      <pc:sldChg chg="addSp delSp modSp mod">
        <pc:chgData name="Wicaksono, Hendro" userId="530cee96-c3a4-4ed6-9cf0-6f44941cc4ad" providerId="ADAL" clId="{D2D6EB80-B826-4379-9C10-A2BD7CB4A28A}" dt="2026-03-05T13:02:32.950" v="615" actId="478"/>
        <pc:sldMkLst>
          <pc:docMk/>
          <pc:sldMk cId="2172703090" sldId="378"/>
        </pc:sldMkLst>
        <pc:spChg chg="mod">
          <ac:chgData name="Wicaksono, Hendro" userId="530cee96-c3a4-4ed6-9cf0-6f44941cc4ad" providerId="ADAL" clId="{D2D6EB80-B826-4379-9C10-A2BD7CB4A28A}" dt="2026-03-05T12:47:49.297" v="21" actId="20577"/>
          <ac:spMkLst>
            <pc:docMk/>
            <pc:sldMk cId="2172703090" sldId="378"/>
            <ac:spMk id="3" creationId="{AB3008C6-D5C8-388F-2A6F-CA14D1F8B5A6}"/>
          </ac:spMkLst>
        </pc:spChg>
        <pc:spChg chg="add mod">
          <ac:chgData name="Wicaksono, Hendro" userId="530cee96-c3a4-4ed6-9cf0-6f44941cc4ad" providerId="ADAL" clId="{D2D6EB80-B826-4379-9C10-A2BD7CB4A28A}" dt="2026-03-05T13:01:59.525" v="614" actId="478"/>
          <ac:spMkLst>
            <pc:docMk/>
            <pc:sldMk cId="2172703090" sldId="378"/>
            <ac:spMk id="4" creationId="{625BC2B7-2112-DACC-1987-D1824AFAEBA4}"/>
          </ac:spMkLst>
        </pc:spChg>
        <pc:spChg chg="add mod">
          <ac:chgData name="Wicaksono, Hendro" userId="530cee96-c3a4-4ed6-9cf0-6f44941cc4ad" providerId="ADAL" clId="{D2D6EB80-B826-4379-9C10-A2BD7CB4A28A}" dt="2026-03-05T13:02:32.950" v="615" actId="478"/>
          <ac:spMkLst>
            <pc:docMk/>
            <pc:sldMk cId="2172703090" sldId="378"/>
            <ac:spMk id="6" creationId="{9F06A827-4569-619F-DE2A-88D69F2B7B8D}"/>
          </ac:spMkLst>
        </pc:spChg>
        <pc:spChg chg="del">
          <ac:chgData name="Wicaksono, Hendro" userId="530cee96-c3a4-4ed6-9cf0-6f44941cc4ad" providerId="ADAL" clId="{D2D6EB80-B826-4379-9C10-A2BD7CB4A28A}" dt="2026-03-05T13:01:59.525" v="614" actId="478"/>
          <ac:spMkLst>
            <pc:docMk/>
            <pc:sldMk cId="2172703090" sldId="378"/>
            <ac:spMk id="13" creationId="{A6CE4287-BF3D-4995-96D3-514C654C7246}"/>
          </ac:spMkLst>
        </pc:spChg>
        <pc:spChg chg="del">
          <ac:chgData name="Wicaksono, Hendro" userId="530cee96-c3a4-4ed6-9cf0-6f44941cc4ad" providerId="ADAL" clId="{D2D6EB80-B826-4379-9C10-A2BD7CB4A28A}" dt="2026-03-05T13:02:32.950" v="615" actId="478"/>
          <ac:spMkLst>
            <pc:docMk/>
            <pc:sldMk cId="2172703090" sldId="378"/>
            <ac:spMk id="21" creationId="{4F8A4EDD-B43D-4E2F-AD8A-30F06932490F}"/>
          </ac:spMkLst>
        </pc:spChg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4162820239" sldId="393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478653010" sldId="394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567491380" sldId="395"/>
        </pc:sldMkLst>
      </pc:sldChg>
      <pc:sldChg chg="del">
        <pc:chgData name="Wicaksono, Hendro" userId="530cee96-c3a4-4ed6-9cf0-6f44941cc4ad" providerId="ADAL" clId="{D2D6EB80-B826-4379-9C10-A2BD7CB4A28A}" dt="2026-03-05T12:47:53.429" v="22" actId="47"/>
        <pc:sldMkLst>
          <pc:docMk/>
          <pc:sldMk cId="1336171965" sldId="396"/>
        </pc:sldMkLst>
      </pc:sldChg>
      <pc:sldChg chg="modSp mod ord">
        <pc:chgData name="Wicaksono, Hendro" userId="530cee96-c3a4-4ed6-9cf0-6f44941cc4ad" providerId="ADAL" clId="{D2D6EB80-B826-4379-9C10-A2BD7CB4A28A}" dt="2026-03-05T13:00:58.882" v="486" actId="20577"/>
        <pc:sldMkLst>
          <pc:docMk/>
          <pc:sldMk cId="1448479672" sldId="397"/>
        </pc:sldMkLst>
        <pc:spChg chg="mod">
          <ac:chgData name="Wicaksono, Hendro" userId="530cee96-c3a4-4ed6-9cf0-6f44941cc4ad" providerId="ADAL" clId="{D2D6EB80-B826-4379-9C10-A2BD7CB4A28A}" dt="2026-03-05T13:00:58.882" v="486" actId="20577"/>
          <ac:spMkLst>
            <pc:docMk/>
            <pc:sldMk cId="1448479672" sldId="397"/>
            <ac:spMk id="4" creationId="{E30AB0E4-5A69-CE89-3B29-AC290717CFDE}"/>
          </ac:spMkLst>
        </pc:spChg>
        <pc:spChg chg="mod">
          <ac:chgData name="Wicaksono, Hendro" userId="530cee96-c3a4-4ed6-9cf0-6f44941cc4ad" providerId="ADAL" clId="{D2D6EB80-B826-4379-9C10-A2BD7CB4A28A}" dt="2026-03-05T12:48:14.530" v="32" actId="20577"/>
          <ac:spMkLst>
            <pc:docMk/>
            <pc:sldMk cId="1448479672" sldId="397"/>
            <ac:spMk id="11" creationId="{E157D6E7-AF84-43BA-A319-3BF97541D00D}"/>
          </ac:spMkLst>
        </pc:spChg>
      </pc:sldChg>
      <pc:sldChg chg="addSp delSp modSp new mod">
        <pc:chgData name="Wicaksono, Hendro" userId="530cee96-c3a4-4ed6-9cf0-6f44941cc4ad" providerId="ADAL" clId="{D2D6EB80-B826-4379-9C10-A2BD7CB4A28A}" dt="2026-03-05T14:17:42.823" v="628" actId="14734"/>
        <pc:sldMkLst>
          <pc:docMk/>
          <pc:sldMk cId="824053654" sldId="398"/>
        </pc:sldMkLst>
        <pc:spChg chg="mod">
          <ac:chgData name="Wicaksono, Hendro" userId="530cee96-c3a4-4ed6-9cf0-6f44941cc4ad" providerId="ADAL" clId="{D2D6EB80-B826-4379-9C10-A2BD7CB4A28A}" dt="2026-03-05T12:56:18.204" v="258" actId="20577"/>
          <ac:spMkLst>
            <pc:docMk/>
            <pc:sldMk cId="824053654" sldId="398"/>
            <ac:spMk id="2" creationId="{53AD8160-1793-690B-2DB5-463DE0474957}"/>
          </ac:spMkLst>
        </pc:spChg>
        <pc:spChg chg="del">
          <ac:chgData name="Wicaksono, Hendro" userId="530cee96-c3a4-4ed6-9cf0-6f44941cc4ad" providerId="ADAL" clId="{D2D6EB80-B826-4379-9C10-A2BD7CB4A28A}" dt="2026-03-05T12:50:55.063" v="51" actId="478"/>
          <ac:spMkLst>
            <pc:docMk/>
            <pc:sldMk cId="824053654" sldId="398"/>
            <ac:spMk id="3" creationId="{57D86DE9-57F9-A5B8-3492-B417CED408B3}"/>
          </ac:spMkLst>
        </pc:spChg>
        <pc:graphicFrameChg chg="add mod modGraphic">
          <ac:chgData name="Wicaksono, Hendro" userId="530cee96-c3a4-4ed6-9cf0-6f44941cc4ad" providerId="ADAL" clId="{D2D6EB80-B826-4379-9C10-A2BD7CB4A28A}" dt="2026-03-05T14:17:42.823" v="628" actId="14734"/>
          <ac:graphicFrameMkLst>
            <pc:docMk/>
            <pc:sldMk cId="824053654" sldId="398"/>
            <ac:graphicFrameMk id="11" creationId="{EBEF0896-4C9E-4AA0-F083-48E5EED87C7B}"/>
          </ac:graphicFrameMkLst>
        </pc:graphicFrameChg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050395381" sldId="398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420291677" sldId="399"/>
        </pc:sldMkLst>
      </pc:sldChg>
      <pc:sldChg chg="modSp new mod">
        <pc:chgData name="Wicaksono, Hendro" userId="530cee96-c3a4-4ed6-9cf0-6f44941cc4ad" providerId="ADAL" clId="{D2D6EB80-B826-4379-9C10-A2BD7CB4A28A}" dt="2026-03-05T13:01:53.233" v="613" actId="20577"/>
        <pc:sldMkLst>
          <pc:docMk/>
          <pc:sldMk cId="2392438167" sldId="399"/>
        </pc:sldMkLst>
        <pc:spChg chg="mod">
          <ac:chgData name="Wicaksono, Hendro" userId="530cee96-c3a4-4ed6-9cf0-6f44941cc4ad" providerId="ADAL" clId="{D2D6EB80-B826-4379-9C10-A2BD7CB4A28A}" dt="2026-03-05T13:01:07.937" v="507" actId="20577"/>
          <ac:spMkLst>
            <pc:docMk/>
            <pc:sldMk cId="2392438167" sldId="399"/>
            <ac:spMk id="2" creationId="{5734936C-8011-EF70-1059-9089C7483094}"/>
          </ac:spMkLst>
        </pc:spChg>
        <pc:spChg chg="mod">
          <ac:chgData name="Wicaksono, Hendro" userId="530cee96-c3a4-4ed6-9cf0-6f44941cc4ad" providerId="ADAL" clId="{D2D6EB80-B826-4379-9C10-A2BD7CB4A28A}" dt="2026-03-05T13:01:53.233" v="613" actId="20577"/>
          <ac:spMkLst>
            <pc:docMk/>
            <pc:sldMk cId="2392438167" sldId="399"/>
            <ac:spMk id="3" creationId="{3BC2144F-C53A-4474-4D1C-D7A19EC1E84E}"/>
          </ac:spMkLst>
        </pc:spChg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38844079" sldId="400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951383120" sldId="401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145057202" sldId="402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373766653" sldId="403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54744930" sldId="404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97401710" sldId="405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66926616" sldId="406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347105216" sldId="407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935404364" sldId="408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506829693" sldId="409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61594367" sldId="410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818586704" sldId="411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108104861" sldId="412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793565399" sldId="413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68341832" sldId="414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468916834" sldId="415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643826259" sldId="416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420495949" sldId="417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211603134" sldId="418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739735962" sldId="419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500378037" sldId="420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851041845" sldId="421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44882891" sldId="422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394219119" sldId="423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463453141" sldId="424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055608608" sldId="425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769906392" sldId="426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560733254" sldId="427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241413177" sldId="428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545019791" sldId="429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625680123" sldId="432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605320593" sldId="433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726996232" sldId="434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848805481" sldId="435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388192266" sldId="436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211534455" sldId="438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2458459295" sldId="439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1579255445" sldId="440"/>
        </pc:sldMkLst>
      </pc:sldChg>
      <pc:sldChg chg="del">
        <pc:chgData name="Wicaksono, Hendro" userId="530cee96-c3a4-4ed6-9cf0-6f44941cc4ad" providerId="ADAL" clId="{D2D6EB80-B826-4379-9C10-A2BD7CB4A28A}" dt="2026-03-05T12:48:04.229" v="23" actId="47"/>
        <pc:sldMkLst>
          <pc:docMk/>
          <pc:sldMk cId="3775266658" sldId="44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9685C-12B2-4839-9F72-42FE32A29CC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913AA-F2D7-4F01-AF1A-626B189C4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38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19456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5B620-246B-41B5-9941-B6BDC430BC9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E0514-6F58-47C5-A734-6214F3086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4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489B2C9-39F7-FB4E-B704-974DF77932C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61F0CD-4A27-834A-AA79-C7288960C053}"/>
              </a:ext>
            </a:extLst>
          </p:cNvPr>
          <p:cNvSpPr/>
          <p:nvPr userDrawn="1"/>
        </p:nvSpPr>
        <p:spPr>
          <a:xfrm>
            <a:off x="6984000" y="-1"/>
            <a:ext cx="2160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CAA6297-B363-2546-9190-4697BD1384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44000" y="360000"/>
            <a:ext cx="1440000" cy="32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685800" indent="0">
              <a:buNone/>
              <a:defRPr sz="1100" b="1">
                <a:solidFill>
                  <a:schemeClr val="bg1"/>
                </a:solidFill>
              </a:defRPr>
            </a:lvl3pPr>
            <a:lvl4pPr marL="1028700" indent="0">
              <a:buNone/>
              <a:defRPr sz="1050" b="1">
                <a:solidFill>
                  <a:schemeClr val="bg1"/>
                </a:solidFill>
              </a:defRPr>
            </a:lvl4pPr>
            <a:lvl5pPr marL="1371600" indent="0">
              <a:buNone/>
              <a:defRPr sz="10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a piece of news: announces, events, etc.</a:t>
            </a:r>
          </a:p>
        </p:txBody>
      </p:sp>
      <p:sp>
        <p:nvSpPr>
          <p:cNvPr id="30" name="Text Placeholder 23">
            <a:extLst>
              <a:ext uri="{FF2B5EF4-FFF2-40B4-BE49-F238E27FC236}">
                <a16:creationId xmlns:a16="http://schemas.microsoft.com/office/drawing/2014/main" id="{46457E3A-E957-A140-AF10-632CE74331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30110AE-57FB-DF4F-98FA-F5E46C3AF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F219FE0D-C2F4-8B47-A51B-9D6C25601A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378803BB-1FDA-A940-98F0-95724D7AEC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6A282575-3B10-BF41-A97F-F2BA56C892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F9E0CEC9-A1D3-6444-9D13-90280F5F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C5CA8EF-61E9-154E-AE6B-F481F1843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9C481FD9-B0DF-4354-8A35-6DFDD4F4B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798320"/>
            <a:ext cx="6120000" cy="1800031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title. </a:t>
            </a:r>
            <a:br>
              <a:rPr lang="en-US"/>
            </a:br>
            <a:r>
              <a:rPr lang="en-US"/>
              <a:t>Be short and clear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12C60A9-F18A-4629-B2D3-B5442F18C1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4176000"/>
            <a:ext cx="6120000" cy="6588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877F12-CC8B-913E-3363-C11499212CD9}"/>
              </a:ext>
            </a:extLst>
          </p:cNvPr>
          <p:cNvSpPr/>
          <p:nvPr userDrawn="1"/>
        </p:nvSpPr>
        <p:spPr>
          <a:xfrm>
            <a:off x="7344000" y="4305142"/>
            <a:ext cx="1440000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u="sng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constructor. universit</a:t>
            </a:r>
            <a:r>
              <a:rPr lang="en-US" sz="1600" b="0" u="non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y</a:t>
            </a:r>
            <a:endParaRPr lang="ru-RU" sz="1600" b="0" u="non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751AAA-5B58-4136-9CF6-261D6C9F75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3240000" cy="6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ul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880698-9957-FC4C-AF8D-E40A747AAD7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154F77-EAE8-43E3-A6FB-870112B6A446}"/>
              </a:ext>
            </a:extLst>
          </p:cNvPr>
          <p:cNvSpPr/>
          <p:nvPr userDrawn="1"/>
        </p:nvSpPr>
        <p:spPr>
          <a:xfrm>
            <a:off x="6984000" y="-1"/>
            <a:ext cx="2160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B0F7B7F-8B5F-483C-BE81-6961DA5412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44000" y="360000"/>
            <a:ext cx="1440000" cy="32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685800" indent="0">
              <a:buNone/>
              <a:defRPr sz="1100" b="1">
                <a:solidFill>
                  <a:schemeClr val="bg1"/>
                </a:solidFill>
              </a:defRPr>
            </a:lvl3pPr>
            <a:lvl4pPr marL="1028700" indent="0">
              <a:buNone/>
              <a:defRPr sz="1050" b="1">
                <a:solidFill>
                  <a:schemeClr val="bg1"/>
                </a:solidFill>
              </a:defRPr>
            </a:lvl4pPr>
            <a:lvl5pPr marL="1371600" indent="0">
              <a:buNone/>
              <a:defRPr sz="10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a piece of news: announces, events, etc.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F0D8730A-7CE9-4EA0-9F3A-2C519C23E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296000"/>
            <a:ext cx="6120000" cy="1800000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title. </a:t>
            </a:r>
            <a:br>
              <a:rPr lang="en-US"/>
            </a:br>
            <a:r>
              <a:rPr lang="en-US"/>
              <a:t>Be short and clear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A9EB625-6D86-4EB9-B651-EBC04F8724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420000"/>
            <a:ext cx="6120000" cy="278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7E3CE37-D35D-4A1E-930D-13567D119B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4212000"/>
            <a:ext cx="6120000" cy="2509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Name Surname,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7AB7459-2658-4B8B-8F24-C4BDBC68CC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4550400"/>
            <a:ext cx="1439864" cy="2509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0E538B13-0B52-4071-B8E4-0585570B1D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29F31FEA-AC08-4DCE-818A-FA7ED3E1C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EE415E2-9473-4554-975E-492FA821A1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ACC343A3-40CD-44A3-A79B-176FD6FD40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0343533-4481-4579-BA17-8422CC6E5E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999BC331-D339-4665-8638-4BF99211DA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1BE06F42-42AF-41E0-B439-65CB781D56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A3079A-C3B9-4937-980A-0E4E4FF899BD}"/>
              </a:ext>
            </a:extLst>
          </p:cNvPr>
          <p:cNvSpPr/>
          <p:nvPr userDrawn="1"/>
        </p:nvSpPr>
        <p:spPr>
          <a:xfrm>
            <a:off x="7344000" y="4305142"/>
            <a:ext cx="1440000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u="sng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constructor. universit</a:t>
            </a:r>
            <a:r>
              <a:rPr lang="en-US" sz="1600" b="0" u="non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y</a:t>
            </a:r>
            <a:endParaRPr lang="ru-RU" sz="1600" b="0" u="non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856B022-3925-4FA5-AB89-2CC372A8A9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3240000" cy="6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54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wo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40E8383-C01E-9C47-89AC-B25646801AF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DEFE8-E10C-46B2-8539-34BB9A18D715}"/>
              </a:ext>
            </a:extLst>
          </p:cNvPr>
          <p:cNvSpPr/>
          <p:nvPr userDrawn="1"/>
        </p:nvSpPr>
        <p:spPr>
          <a:xfrm>
            <a:off x="6984000" y="-1"/>
            <a:ext cx="2160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B41C469-2A50-4969-93DE-92AABDDFD3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44000" y="360000"/>
            <a:ext cx="1440000" cy="32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685800" indent="0">
              <a:buNone/>
              <a:defRPr sz="1100" b="1">
                <a:solidFill>
                  <a:schemeClr val="bg1"/>
                </a:solidFill>
              </a:defRPr>
            </a:lvl3pPr>
            <a:lvl4pPr marL="1028700" indent="0">
              <a:buNone/>
              <a:defRPr sz="1050" b="1">
                <a:solidFill>
                  <a:schemeClr val="bg1"/>
                </a:solidFill>
              </a:defRPr>
            </a:lvl4pPr>
            <a:lvl5pPr marL="1371600" indent="0">
              <a:buNone/>
              <a:defRPr sz="10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a piece of news: announces, events,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1567B9-1D32-5041-B2C1-98D7E9030D28}"/>
              </a:ext>
            </a:extLst>
          </p:cNvPr>
          <p:cNvSpPr txBox="1"/>
          <p:nvPr userDrawn="1"/>
        </p:nvSpPr>
        <p:spPr>
          <a:xfrm>
            <a:off x="565688" y="-1131376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endParaRPr lang="en-US" sz="1200" err="1">
              <a:solidFill>
                <a:schemeClr val="bg2"/>
              </a:solidFill>
            </a:endParaRP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1D9F9CF-EA9B-4151-AA36-8A6964A7C5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BEAE06C6-ACFD-44DB-83A8-C90C75DC00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4A060B1-1815-40D2-B2B9-56F62F68FA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B270198-6E87-4621-9EA9-B40370740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48150707-B970-4094-91ED-F4CD7AE198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4547BB23-220F-4082-8218-50693C3326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C7BDCA37-F266-442A-A799-9DF9BA96E0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6" name="Title 4">
            <a:extLst>
              <a:ext uri="{FF2B5EF4-FFF2-40B4-BE49-F238E27FC236}">
                <a16:creationId xmlns:a16="http://schemas.microsoft.com/office/drawing/2014/main" id="{71BEEFBC-3D62-4B97-956F-37B0FD0F94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296000"/>
            <a:ext cx="6120000" cy="1800000"/>
          </a:xfrm>
        </p:spPr>
        <p:txBody>
          <a:bodyPr anchor="b">
            <a:noAutofit/>
          </a:bodyPr>
          <a:lstStyle>
            <a:lvl1pPr>
              <a:defRPr sz="44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title. </a:t>
            </a:r>
            <a:br>
              <a:rPr lang="en-US"/>
            </a:br>
            <a:r>
              <a:rPr lang="en-US"/>
              <a:t>Be short and clear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09B4AE0-6A93-428F-BCB5-B9A42CAF9F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420000"/>
            <a:ext cx="6120000" cy="278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 subtitle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FE58A94-8EF0-468D-8B71-5C61333C7A7D}"/>
              </a:ext>
            </a:extLst>
          </p:cNvPr>
          <p:cNvSpPr/>
          <p:nvPr userDrawn="1"/>
        </p:nvSpPr>
        <p:spPr>
          <a:xfrm>
            <a:off x="7344000" y="4305142"/>
            <a:ext cx="1440000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u="sng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constructor. universit</a:t>
            </a:r>
            <a:r>
              <a:rPr lang="en-US" sz="1600" b="0" u="non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y</a:t>
            </a:r>
            <a:endParaRPr lang="ru-RU" sz="1600" b="0" u="non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1A9104AA-A2C2-4675-AE04-113506AD2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3240000" cy="6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9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2C1459-C478-784D-B49F-D3B33CE5305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1C5F96-174F-4335-B650-01CECC985F1F}"/>
              </a:ext>
            </a:extLst>
          </p:cNvPr>
          <p:cNvSpPr/>
          <p:nvPr userDrawn="1"/>
        </p:nvSpPr>
        <p:spPr>
          <a:xfrm>
            <a:off x="6984000" y="-1"/>
            <a:ext cx="2160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A5FB7EF-7BC8-4D44-80D8-D1155DA3D6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44000" y="360000"/>
            <a:ext cx="1440000" cy="32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685800" indent="0">
              <a:buNone/>
              <a:defRPr sz="1100" b="1">
                <a:solidFill>
                  <a:schemeClr val="bg1"/>
                </a:solidFill>
              </a:defRPr>
            </a:lvl3pPr>
            <a:lvl4pPr marL="1028700" indent="0">
              <a:buNone/>
              <a:defRPr sz="1050" b="1">
                <a:solidFill>
                  <a:schemeClr val="bg1"/>
                </a:solidFill>
              </a:defRPr>
            </a:lvl4pPr>
            <a:lvl5pPr marL="1371600" indent="0">
              <a:buNone/>
              <a:defRPr sz="10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a piece of news: announces, events, etc.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2930F1B-F332-4D68-945C-1E82A0305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2268000"/>
            <a:ext cx="6120000" cy="613309"/>
          </a:xfrm>
        </p:spPr>
        <p:txBody>
          <a:bodyPr lIns="0" tIns="0" rIns="0" bIns="0" anchor="ctr" anchorCtr="0">
            <a:spAutoFit/>
          </a:bodyPr>
          <a:lstStyle>
            <a:lvl1pPr algn="l">
              <a:defRPr sz="4400" b="1" i="0" cap="none" spc="0" baseline="0">
                <a:solidFill>
                  <a:schemeClr val="accent3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A short section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385B052-A83E-4D40-94BB-E7E5FDB83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168000"/>
            <a:ext cx="6120000" cy="6588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  <a:latin typeface="+mn-lt"/>
              </a:defRPr>
            </a:lvl1pPr>
            <a:lvl2pPr marL="342900" indent="0">
              <a:buNone/>
              <a:defRPr sz="2100">
                <a:solidFill>
                  <a:schemeClr val="accent2"/>
                </a:solidFill>
              </a:defRPr>
            </a:lvl2pPr>
            <a:lvl3pPr marL="685800" indent="0">
              <a:buNone/>
              <a:defRPr sz="2100">
                <a:solidFill>
                  <a:schemeClr val="accent2"/>
                </a:solidFill>
              </a:defRPr>
            </a:lvl3pPr>
            <a:lvl4pPr marL="1028700" indent="0">
              <a:buNone/>
              <a:defRPr sz="2100">
                <a:solidFill>
                  <a:schemeClr val="accent2"/>
                </a:solidFill>
              </a:defRPr>
            </a:lvl4pPr>
            <a:lvl5pPr marL="1371600" indent="0">
              <a:buNone/>
              <a:defRPr sz="21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 subtitle</a:t>
            </a:r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42DEEA4-6D27-4F95-B6BB-2CC3F3A60F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DF67D9BD-860F-4D5E-A785-96F94A6ABD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9D26877A-1B30-4026-8305-CD241235F3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3B4F87-0135-4F3D-9155-E06237EAC8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A93B05B-73AB-4684-B910-ACC4BA4E24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F9F7DADA-C965-4B47-B6B2-B2EE2618F5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609FC2D4-814B-45A3-A6E6-D423994C81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1EBCFD-C759-4A54-B8E2-ACE4FF9BD1DE}"/>
              </a:ext>
            </a:extLst>
          </p:cNvPr>
          <p:cNvSpPr/>
          <p:nvPr userDrawn="1"/>
        </p:nvSpPr>
        <p:spPr>
          <a:xfrm>
            <a:off x="7344000" y="4305142"/>
            <a:ext cx="1440000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u="sng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constructor. universit</a:t>
            </a:r>
            <a:r>
              <a:rPr lang="en-US" sz="1600" b="0" u="non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y</a:t>
            </a:r>
            <a:endParaRPr lang="ru-RU" sz="1600" b="0" u="non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928B2A-F117-4E0F-BC70-9D59BC31F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3240000" cy="6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9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A74AB1C-75B9-5248-BA46-6E40E5DC5F4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10EB86-9050-4D8B-A670-F6F299541E79}"/>
              </a:ext>
            </a:extLst>
          </p:cNvPr>
          <p:cNvSpPr/>
          <p:nvPr userDrawn="1"/>
        </p:nvSpPr>
        <p:spPr>
          <a:xfrm>
            <a:off x="6984000" y="-1"/>
            <a:ext cx="2160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1C80F62-6DEA-4ADE-B419-B25047AB72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44000" y="360000"/>
            <a:ext cx="1440000" cy="327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None/>
              <a:defRPr sz="18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2pPr>
            <a:lvl3pPr marL="685800" indent="0">
              <a:buNone/>
              <a:defRPr sz="1100" b="1">
                <a:solidFill>
                  <a:schemeClr val="bg1"/>
                </a:solidFill>
              </a:defRPr>
            </a:lvl3pPr>
            <a:lvl4pPr marL="1028700" indent="0">
              <a:buNone/>
              <a:defRPr sz="1050" b="1">
                <a:solidFill>
                  <a:schemeClr val="bg1"/>
                </a:solidFill>
              </a:defRPr>
            </a:lvl4pPr>
            <a:lvl5pPr marL="1371600" indent="0">
              <a:buNone/>
              <a:defRPr sz="105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a piece of news: announces, events, etc.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61227CF8-03FC-410B-9C94-56CC904C6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268000"/>
            <a:ext cx="6120000" cy="1218795"/>
          </a:xfrm>
        </p:spPr>
        <p:txBody>
          <a:bodyPr anchor="t">
            <a:spAutoFit/>
          </a:bodyPr>
          <a:lstStyle>
            <a:lvl1pPr>
              <a:defRPr sz="4400">
                <a:solidFill>
                  <a:schemeClr val="accent3"/>
                </a:solidFill>
              </a:defRPr>
            </a:lvl1pPr>
          </a:lstStyle>
          <a:p>
            <a:r>
              <a:rPr lang="en-US"/>
              <a:t>Don’t forget to say </a:t>
            </a:r>
            <a:br>
              <a:rPr lang="en-US"/>
            </a:br>
            <a:r>
              <a:rPr lang="en-US"/>
              <a:t>thank you!</a:t>
            </a:r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3A762A30-3D40-41F2-B428-4A68AF5B99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D1228484-2555-4BC6-945E-ED07B20381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CA000F2D-41C6-4069-A672-46F1D9D2E9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3F1600B5-4C6C-4288-B397-1406401A37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BB3140C7-349A-4ED3-936B-EC39E085C1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87ED8BE7-3307-4D09-A29B-A9D10D3453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49C0DD3-4901-4B0D-8C3C-B82986D55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0193EE-9F3C-4C93-845B-ADF38CFFCFEB}"/>
              </a:ext>
            </a:extLst>
          </p:cNvPr>
          <p:cNvSpPr/>
          <p:nvPr userDrawn="1"/>
        </p:nvSpPr>
        <p:spPr>
          <a:xfrm>
            <a:off x="7344000" y="4305142"/>
            <a:ext cx="1440000" cy="49244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u="sng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constructor. universit</a:t>
            </a:r>
            <a:r>
              <a:rPr lang="en-US" sz="1600" b="0" u="none" kern="1200" spc="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y</a:t>
            </a:r>
            <a:endParaRPr lang="ru-RU" sz="1600" b="0" u="none" kern="1200" spc="0" baseline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6360727-7558-4143-9622-5B241FAF80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3240000" cy="67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4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166813"/>
            <a:ext cx="8424000" cy="33845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57200" marR="0" indent="-4572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lang="en-US" sz="1800" b="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622300" indent="-279400">
              <a:lnSpc>
                <a:spcPct val="100000"/>
              </a:lnSpc>
              <a:buSzPct val="80000"/>
              <a:buFont typeface="Wingdings" pitchFamily="2" charset="2"/>
              <a:buChar char="§"/>
              <a:tabLst/>
              <a:defRPr lang="ru-RU" sz="16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28700" indent="-342900">
              <a:lnSpc>
                <a:spcPct val="100000"/>
              </a:lnSpc>
              <a:buSzPct val="80000"/>
              <a:buFont typeface="+mj-lt"/>
              <a:buAutoNum type="alphaLcParenR"/>
              <a:tabLst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42900">
              <a:lnSpc>
                <a:spcPct val="100000"/>
              </a:lnSpc>
              <a:buSzPct val="80000"/>
              <a:buFont typeface="+mj-lt"/>
              <a:buAutoNum type="romanLcPeriod"/>
              <a:tabLst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14500" indent="-3429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  <a:tabLst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57400" indent="-342900">
              <a:lnSpc>
                <a:spcPct val="100000"/>
              </a:lnSpc>
              <a:buSzPct val="80000"/>
              <a:buFont typeface="Arial" panose="020B0604020202020204" pitchFamily="34" charset="0"/>
              <a:buChar char="•"/>
              <a:tabLst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400300" indent="-342900">
              <a:buSzPct val="80000"/>
              <a:buFont typeface="Arial" panose="020B0604020202020204" pitchFamily="34" charset="0"/>
              <a:buChar char="•"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743200" indent="-342900">
              <a:buSzPct val="80000"/>
              <a:buFont typeface="Arial" panose="020B0604020202020204" pitchFamily="34" charset="0"/>
              <a:buChar char="•"/>
              <a:defRPr lang="ru-RU" sz="14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</a:lstStyle>
          <a:p>
            <a:pPr lvl="0"/>
            <a:r>
              <a:rPr lang="en-GB"/>
              <a:t>Click to start texting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An agenda slide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E151254A-0406-460A-95DF-2B2C3A07F9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204BF297-DC56-422E-ADAF-F3139FC70C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96B3001-0988-4E45-BAC0-2CC14D27AB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F4AB7FDC-89A3-4D64-8794-79A62CA76B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BB57349D-10B8-479E-A671-BA2793244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3975F8F8-5C50-43DD-8B61-C2DEF205CE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38CDDC70-8BD8-47D1-B2FA-8B5330E957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154935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comm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DD200-D438-624F-B6B6-8F5337A5F10B}"/>
              </a:ext>
            </a:extLst>
          </p:cNvPr>
          <p:cNvSpPr txBox="1"/>
          <p:nvPr userDrawn="1"/>
        </p:nvSpPr>
        <p:spPr>
          <a:xfrm>
            <a:off x="2156460" y="-1066800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endParaRPr lang="en-US" sz="1200" err="1">
              <a:solidFill>
                <a:schemeClr val="bg2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F7B4C3-554F-41EA-94FE-3000127EF8D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0000" y="1166813"/>
            <a:ext cx="8424000" cy="33845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tx1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tx1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tx1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2A9816CF-2BDA-44AF-8D79-ED17083740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40DA11C4-065F-47C9-8EDF-302B26A86D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43D417DD-CC5C-4F95-91E0-F2E8F191A9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50F893E2-0A9D-46E5-912D-1E49210F24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D9B6645-9FED-4AC5-8383-0C7B04C93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FD82F3D8-1255-42CA-A674-E96064BE35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F0D63652-F447-434C-BE91-5740996C20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408425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1957019"/>
            <a:ext cx="8424000" cy="25943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tx1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tx1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tx1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5743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AFF6D952-3CCD-4DCE-8903-734B215DA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DDB0C90-3633-452A-BE73-93269BB2A2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112997D0-7E46-4C4A-9C3D-0BDDF20D69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0285351-7A5E-4471-B070-95D8F46276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41324695-6A41-4DEA-9C85-E61352A384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3837D03D-9FF4-47DE-B0B9-3A8BC1848A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7415FE2-8208-49C4-A6A9-C0F3D9571E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1189887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876FA5A-D4B9-8242-89B0-0E6F92870162}"/>
              </a:ext>
            </a:extLst>
          </p:cNvPr>
          <p:cNvSpPr/>
          <p:nvPr userDrawn="1"/>
        </p:nvSpPr>
        <p:spPr>
          <a:xfrm>
            <a:off x="4572001" y="0"/>
            <a:ext cx="4572000" cy="480437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4258A97-BDA0-4CF9-9323-A861F37E4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3960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0FB2AF-1D24-4B76-A8A3-220F3820DE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166400"/>
            <a:ext cx="3960000" cy="2844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add a title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138F5C3-95DF-47AB-A401-6F65242B66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74001" y="3060000"/>
            <a:ext cx="3168000" cy="33449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Surname</a:t>
            </a:r>
            <a:endParaRPr lang="en-US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9927DFD7-5ED9-4E81-B94D-151173EA03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9DAD9694-F2F4-4013-90F9-8AC8C05C11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EA29902A-B00A-4FFC-AA5F-374027F03A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D9BD20EE-1820-4728-A96A-F2DAE403D7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493A3A1B-C687-4D57-854C-F6978B5259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1926093-BB4F-4250-96F7-DC904D6FB5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29ED0CC-A1B0-4F68-8684-8FD1128E07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477B869A-2FDF-4FBB-ABA4-424C83844A6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957999" y="1025999"/>
            <a:ext cx="1800001" cy="17999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B43A5F1B-EDAA-4DD2-9247-7D4D432E65E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74001" y="3545998"/>
            <a:ext cx="3168000" cy="86399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</p:spTree>
    <p:extLst>
      <p:ext uri="{BB962C8B-B14F-4D97-AF65-F5344CB8AC3E}">
        <p14:creationId xmlns:p14="http://schemas.microsoft.com/office/powerpoint/2010/main" val="9404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21439FB-870B-4A48-A59E-56F5AACC51B7}"/>
              </a:ext>
            </a:extLst>
          </p:cNvPr>
          <p:cNvSpPr/>
          <p:nvPr userDrawn="1"/>
        </p:nvSpPr>
        <p:spPr>
          <a:xfrm>
            <a:off x="4572001" y="0"/>
            <a:ext cx="4572000" cy="479230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42126CB-B1A3-4747-809C-771E0A02308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66001" y="1296000"/>
            <a:ext cx="1260000" cy="12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AB09F1C-5F0C-6347-BE99-42C7629BB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2001" y="2772000"/>
            <a:ext cx="1728000" cy="44467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F005931-7E65-8640-89B3-AFE2F1D87A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2001" y="3312000"/>
            <a:ext cx="1728000" cy="3385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90AD057A-911D-4578-8171-39450739805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290000" y="1296000"/>
            <a:ext cx="1260000" cy="126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01C2201-820D-4794-A69B-AB7A88BEFD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56000" y="2772000"/>
            <a:ext cx="1728000" cy="44467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0B83783E-68B8-4EC0-9178-E9820E03D1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56000" y="3312000"/>
            <a:ext cx="1728000" cy="3385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5E17F45-216B-4416-B65E-909169F34A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FB88B466-5D39-4E26-92B6-62C6B0B25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5A378F2-253C-41D3-A9EE-DB6BCD823E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9D283A3-8782-4FF8-84DD-C9EB32D155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00640641-DC27-42BA-9EDF-78F5A7B21A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CE1BF2D0-038D-4A1E-9536-314E0CD112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E2C5F612-125A-4065-BDEA-7BBDB148C7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7B84C67A-F5AF-402F-936E-F17DA1D54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3960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2C3A088-D490-4BCA-A139-B2230179D3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166400"/>
            <a:ext cx="3960000" cy="2844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add a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6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BE135E8-58B1-43AB-9A37-EEBA5F058480}"/>
              </a:ext>
            </a:extLst>
          </p:cNvPr>
          <p:cNvSpPr/>
          <p:nvPr userDrawn="1"/>
        </p:nvSpPr>
        <p:spPr>
          <a:xfrm>
            <a:off x="4572001" y="0"/>
            <a:ext cx="4572000" cy="479230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42126CB-B1A3-4747-809C-771E0A02308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310000" y="468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AB09F1C-5F0C-6347-BE99-42C7629BB4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2000" y="1620000"/>
            <a:ext cx="1728000" cy="1951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Surname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0F005931-7E65-8640-89B3-AFE2F1D87A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2000" y="1926000"/>
            <a:ext cx="1728000" cy="3077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90AD057A-911D-4578-8171-39450739805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34000" y="468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01C2201-820D-4794-A69B-AB7A88BEFD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56000" y="1620000"/>
            <a:ext cx="1728000" cy="1951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Surname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0B83783E-68B8-4EC0-9178-E9820E03D1A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56000" y="1926000"/>
            <a:ext cx="1728000" cy="3077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9CE7A41A-2A7B-4884-BB81-845A69BFD50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310000" y="2628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CDFDB8AB-3A87-4216-882C-1FDD4ABF35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32000" y="3781086"/>
            <a:ext cx="1728000" cy="1951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Surname</a:t>
            </a:r>
            <a:endParaRPr lang="en-US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CF452EA0-9F01-4190-BEF2-BA517EAACA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32000" y="4086000"/>
            <a:ext cx="1728000" cy="3077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36" name="Picture Placeholder 8">
            <a:extLst>
              <a:ext uri="{FF2B5EF4-FFF2-40B4-BE49-F238E27FC236}">
                <a16:creationId xmlns:a16="http://schemas.microsoft.com/office/drawing/2014/main" id="{E47D4E7E-7B6B-45C0-8382-695942C15D9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434000" y="2628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to add a picture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0D016C2-BF6B-4339-83B9-2ACA50606C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56000" y="3781086"/>
            <a:ext cx="1728000" cy="1951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Name Surname</a:t>
            </a:r>
            <a:endParaRPr lang="en-US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3F168B4-C4B6-4BAC-9454-FF4D7C4133D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56000" y="4086000"/>
            <a:ext cx="1728000" cy="3077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a job title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05CBD7EF-8521-4CAC-89AA-40B9073690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F918E0A2-DFC1-49A6-9AD0-5D3E855DAC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514C464E-4B60-4967-9057-D44CDB01C0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07195F4E-F013-4FD1-9F64-FA56B66154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56AF514E-06B1-4347-B644-793F665406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039C091E-B3EC-4A8D-BDD6-65BB801F08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7268888C-5A79-4E63-A0A7-E009360B8E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34086824-A3E9-474F-B306-DA7A43A05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3960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7F1FCE6-2A1E-4A66-BE41-07EADEB2ED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166400"/>
            <a:ext cx="3960000" cy="2844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add a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01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0CA2FFB2-E35D-CA49-96E8-DF36C70B79B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466000" y="1172849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1F7F23E0-AB2E-2F4D-A3D1-1740D5E1762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02000" y="1166813"/>
            <a:ext cx="1620000" cy="16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8D42F2BE-EF34-1248-A9BA-D5A6E4C567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24000" y="2932214"/>
            <a:ext cx="2304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7915CE9-6DD3-7A4D-987A-FA7B2F3D69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24000" y="3564000"/>
            <a:ext cx="2304000" cy="648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EB0EF2B-605A-F74D-91D6-A9307641CD5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60000" y="2932214"/>
            <a:ext cx="2304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373A8DC-9E03-8C48-B0AF-010F5E3BC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60000" y="3564000"/>
            <a:ext cx="2304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94445C00-8C85-4D53-87CF-A39895EB8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0C42D7B8-C698-4A2D-8EFB-A14B355879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BBAAD74D-04CD-4994-A888-7F21AB7B6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88FF7DE5-3A81-4B74-9D7A-B502670188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572044C4-60C0-4065-B820-629DF03D3C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480640-61AA-4735-9376-C4376E5606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102EAE49-7169-4C7F-B2E2-72D27A02B1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1173324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8D42F2BE-EF34-1248-A9BA-D5A6E4C567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23459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7915CE9-6DD3-7A4D-987A-FA7B2F3D69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3459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EB0EF2B-605A-F74D-91D6-A9307641CD5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20208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373A8DC-9E03-8C48-B0AF-010F5E3BC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20208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2DE6EEF-0447-7740-98CA-B607F3396F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12000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0F156F80-B192-704E-9338-3ED2E8DBA7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12000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29" name="Text Placeholder 23">
            <a:extLst>
              <a:ext uri="{FF2B5EF4-FFF2-40B4-BE49-F238E27FC236}">
                <a16:creationId xmlns:a16="http://schemas.microsoft.com/office/drawing/2014/main" id="{59CA4243-8F3E-48CE-A510-17A53CCB0C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221721D4-C897-49AF-B572-9664AD45AC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CF3E05EE-95A6-40C7-BB40-577ABA4DB9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3FADCBB3-CCA6-438C-AE1E-3579ABA99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97EF1E32-3B29-47B0-BFC5-24285E6CC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4A0DA49D-8E0D-450A-8C2F-84DD597E7C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75E26F9-095A-47D4-ADF5-9121486C75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0740F346-4FF5-4264-BB9F-9291090BD0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493459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1743E95-5ABA-4E2A-8288-91E46A7BFB9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890208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D062EC35-150A-41DF-A56D-32F4E1C86D1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82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719330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81BF9B3A-FEE7-45D8-9155-F07C691C8B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56681B72-3414-404C-A381-9C8172AD2C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F0E386D1-07D7-4973-85B7-E9AF90EE79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B0FA674F-2952-48CB-8619-CC1AA6D8C0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2238E2BA-1BC6-4826-87F3-C0C3C83393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1A527630-5F6A-4097-927D-EE0C2BDFAE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DBB1FC5B-4BDA-469A-86E6-03CD8163E4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579FBE89-1E83-4020-A312-1E4BF963D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0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060D014C-D62C-4277-B1E9-9046D2D54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4225FE1C-9A98-48C8-8D86-622B12A182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32408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9A8119B3-A5D9-4691-AF0F-D9954C6C7AA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32408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50C78E90-57FD-4045-9600-079FE798E4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04816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784D56AA-66EB-4F78-898F-C8323F7E5BB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04816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F7BCAD39-BEFB-46FC-AED5-0011319F56E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77225" y="2808000"/>
            <a:ext cx="1908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7705886C-07A9-4CF4-9C9A-D40D9E06E2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77225" y="3438000"/>
            <a:ext cx="1908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51" name="Picture Placeholder 8">
            <a:extLst>
              <a:ext uri="{FF2B5EF4-FFF2-40B4-BE49-F238E27FC236}">
                <a16:creationId xmlns:a16="http://schemas.microsoft.com/office/drawing/2014/main" id="{3D2AB3C6-EE8D-462A-9189-DD9B2387E2C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0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2" name="Picture Placeholder 8">
            <a:extLst>
              <a:ext uri="{FF2B5EF4-FFF2-40B4-BE49-F238E27FC236}">
                <a16:creationId xmlns:a16="http://schemas.microsoft.com/office/drawing/2014/main" id="{8786C2ED-2D9F-4B32-9249-2F4924B1C03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802408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3" name="Picture Placeholder 8">
            <a:extLst>
              <a:ext uri="{FF2B5EF4-FFF2-40B4-BE49-F238E27FC236}">
                <a16:creationId xmlns:a16="http://schemas.microsoft.com/office/drawing/2014/main" id="{BDABBE06-4FDA-418A-B919-F618B7A1B30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974816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4" name="Picture Placeholder 8">
            <a:extLst>
              <a:ext uri="{FF2B5EF4-FFF2-40B4-BE49-F238E27FC236}">
                <a16:creationId xmlns:a16="http://schemas.microsoft.com/office/drawing/2014/main" id="{FE80ED75-E11F-45C0-9821-1510AA0BB2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147225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3779961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299A-6441-444E-A370-0FBC4ED068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71359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DB7E7B3B-1449-4BE8-838F-211810B421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13F0889-6FD0-4AB2-B14F-15EFD5A7E3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D573156E-8CDC-4FB9-B4E3-E2FF6ABB39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1FAB2C8A-6A3E-483F-B946-36A39649A5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246EE70C-F0F0-41E7-B071-A4DA855E35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78371E71-AA5A-4DF4-B69F-23D9A8E441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FB0481A6-7069-4BAC-865D-1CA67DF62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56B0B2B4-BBB0-4D26-BBE7-0C1FB4913C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000" y="2808000"/>
            <a:ext cx="1512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4F7870D-18B0-425E-A4DA-792408F3F3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3438000"/>
            <a:ext cx="1512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6641766-10D9-4A3C-8568-54FDDD3DEE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8000" y="2808000"/>
            <a:ext cx="1512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217AAD4B-7527-41CF-8988-A7222B929D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88000" y="3438000"/>
            <a:ext cx="1512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B78577B8-B39E-4EDA-BEF3-D1152C0296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6000" y="2808000"/>
            <a:ext cx="1512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785C4938-A125-4692-9585-B7C99F69F5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16000" y="3438000"/>
            <a:ext cx="1512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DBE231A0-890E-466D-B6A7-760BD264E29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2000" y="2808000"/>
            <a:ext cx="1512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D99FFD34-0E7C-4A4A-B3B5-F01B5A97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72000" y="3438000"/>
            <a:ext cx="1512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101F9FFD-7F7D-44FB-98DB-E3EC0BD7329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44000" y="2808000"/>
            <a:ext cx="1512000" cy="5146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Name </a:t>
            </a:r>
            <a:br>
              <a:rPr lang="en-GB"/>
            </a:br>
            <a:r>
              <a:rPr lang="en-GB"/>
              <a:t>Surname</a:t>
            </a:r>
            <a:endParaRPr lang="en-US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04D5153E-0DCA-4671-86C0-EA3ACA84AE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44000" y="3438000"/>
            <a:ext cx="1512000" cy="64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add title</a:t>
            </a:r>
            <a:endParaRPr lang="ru-RU"/>
          </a:p>
        </p:txBody>
      </p:sp>
      <p:sp>
        <p:nvSpPr>
          <p:cNvPr id="57" name="Picture Placeholder 8">
            <a:extLst>
              <a:ext uri="{FF2B5EF4-FFF2-40B4-BE49-F238E27FC236}">
                <a16:creationId xmlns:a16="http://schemas.microsoft.com/office/drawing/2014/main" id="{3B52552B-452C-486E-A85D-EB46691691F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2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8" name="Picture Placeholder 8">
            <a:extLst>
              <a:ext uri="{FF2B5EF4-FFF2-40B4-BE49-F238E27FC236}">
                <a16:creationId xmlns:a16="http://schemas.microsoft.com/office/drawing/2014/main" id="{FAE0F429-48A0-4217-B319-EEC907D9966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160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9" name="Picture Placeholder 8">
            <a:extLst>
              <a:ext uri="{FF2B5EF4-FFF2-40B4-BE49-F238E27FC236}">
                <a16:creationId xmlns:a16="http://schemas.microsoft.com/office/drawing/2014/main" id="{7C00855F-9B02-4F0C-A76E-3972C2D9662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3888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3955EBEA-21DA-4413-B7BC-05D3E803DF2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616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61" name="Picture Placeholder 8">
            <a:extLst>
              <a:ext uri="{FF2B5EF4-FFF2-40B4-BE49-F238E27FC236}">
                <a16:creationId xmlns:a16="http://schemas.microsoft.com/office/drawing/2014/main" id="{BEDF8BAF-4816-499F-A5AF-315100710D9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344000" y="1166813"/>
            <a:ext cx="1368000" cy="136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2995237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1957019"/>
            <a:ext cx="4068000" cy="259434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9291686-036F-4FB3-B439-4603EA5C366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716000" y="1957019"/>
            <a:ext cx="4068000" cy="259434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1A7106C6-E53F-411E-B63F-6D94931264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7BA873B1-A8D3-426B-8745-7A50F9E8D4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3C45B818-4D92-4C58-8B2C-66E685D79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178AD1A1-F27A-49A9-A4FA-8CF6368F75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386BA66-BAFE-4164-847F-43630EBA83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772AD4C9-67E7-47B8-8E69-94376BEC9F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8901C2D5-5B5D-493F-A198-E4853A4D84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975FA8A8-B59F-4B87-A5AC-CBDEE9EB7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E95013-012C-4CD2-844A-34875E613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9F253063-4066-48FD-95EB-42C4BC4D0E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607958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s wo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746000"/>
            <a:ext cx="2520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60000" y="2268000"/>
            <a:ext cx="2520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3312000" y="1746000"/>
            <a:ext cx="2520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312000" y="2268000"/>
            <a:ext cx="2520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76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6264000" y="1746000"/>
            <a:ext cx="2520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7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264000" y="2268000"/>
            <a:ext cx="2520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BD7A63EB-19F4-4F62-B7EF-3DFA90A1E4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467B9F97-28C9-447C-A819-809A595227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68D948D-7F4D-4C81-BEFF-263B77FA9C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CC92E27D-3DC6-4740-9045-5D5DF006D4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5C77348-E9A4-4DD1-BFEA-B7044FF755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F28FEE08-9C4F-45DF-9989-DA0B037467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DA29F2FC-5D13-48EA-B884-A42D194EBE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8" name="Title Placeholder 1">
            <a:extLst>
              <a:ext uri="{FF2B5EF4-FFF2-40B4-BE49-F238E27FC236}">
                <a16:creationId xmlns:a16="http://schemas.microsoft.com/office/drawing/2014/main" id="{46633D81-AE82-489B-B274-2233FE601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4BB393-449F-44B1-8CB5-5A8E56C80F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4EA823D7-A431-45F3-89E6-E41DADCA55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0394382-FE53-4404-80F7-0F5D9C9B73F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2755021"/>
            <a:ext cx="2518776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71AFAFEF-9528-4086-A83F-3784CCF38BFB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12000" y="2755021"/>
            <a:ext cx="2518776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86B61BE-4C30-4063-84CF-1C2A01ED13A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264000" y="2755021"/>
            <a:ext cx="2518776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36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s w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2647283"/>
            <a:ext cx="2519053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3312000" y="2647283"/>
            <a:ext cx="2519053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6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6264000" y="2647283"/>
            <a:ext cx="2519053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67F31111-9B73-994F-BE8C-C55388657C7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1166813"/>
            <a:ext cx="2519053" cy="1296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25E0286D-50C3-EE4F-A08D-A45D27C90585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312000" y="1166813"/>
            <a:ext cx="2519053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3E1438A-7205-A64F-9BA2-15966D25191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64000" y="1167580"/>
            <a:ext cx="2519053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C6FBA7C9-70BA-44B5-93AB-DC3DE1297D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823DC3B-CE24-480B-8E27-6D11C0BA9A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AD75DBBB-6B84-4EFD-80F6-9E1F3761D2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1FDDC109-66BA-445E-B564-DF4443B50C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54051FE5-E4A8-45CF-846E-37248B548B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BFA13F1E-0B87-487E-A661-6674C1C031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36D94C2E-09D7-497A-BECE-4F557FA376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5" name="Title Placeholder 1">
            <a:extLst>
              <a:ext uri="{FF2B5EF4-FFF2-40B4-BE49-F238E27FC236}">
                <a16:creationId xmlns:a16="http://schemas.microsoft.com/office/drawing/2014/main" id="{E16706E1-2D7B-4B02-BC5D-F59004FE6A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F6693D-D06C-4FA5-8FEF-75CEE02094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B5F3ED73-3B77-4D72-B8AF-6ED0146CC89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3005999"/>
            <a:ext cx="2518776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7D5015AA-9E13-4CBC-AFEC-998A706695E8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312000" y="3005999"/>
            <a:ext cx="2518776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0E2632DB-E5B5-4A82-8E02-91AC316BFBD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264000" y="3005999"/>
            <a:ext cx="2518776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144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s wo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4F7D941-903A-4A35-BCD5-0A15FBB980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C40F5A12-C0BC-42CD-B0BA-5D1D6C878B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F6E94E2-8457-4B20-B883-1B8D5D6953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FF6BA7C-7A6B-4475-A24C-329B51BFB0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C3DE4A87-93F8-4353-9651-A0DB10EAD9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A8A49954-24D4-4566-9CF2-88D4B4A655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054AC034-3D92-42E1-98F0-0D72FE6E7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AE9158AC-30FB-4840-9F92-5A1CA8A88A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746000"/>
            <a:ext cx="1908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DB67C081-7245-4991-A155-FC419131A7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0000" y="2268000"/>
            <a:ext cx="1908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A6C85D0-5247-414D-9292-3C2FEE9426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2408" y="1746000"/>
            <a:ext cx="1908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93EF99DA-27F4-4593-9664-94AC980412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32408" y="2268000"/>
            <a:ext cx="1908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C43C5C5-7E21-4B69-A2C7-A70FC1703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04816" y="1746000"/>
            <a:ext cx="1908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AE97C883-6536-4FB3-8CF2-DD83794FA62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04816" y="2268000"/>
            <a:ext cx="1908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44" name="Title Placeholder 1">
            <a:extLst>
              <a:ext uri="{FF2B5EF4-FFF2-40B4-BE49-F238E27FC236}">
                <a16:creationId xmlns:a16="http://schemas.microsoft.com/office/drawing/2014/main" id="{CCF6F7AC-2B26-419A-9D6C-1A1EFEE29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FC3C111-79A0-45B6-BE9E-192C88B5A5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35134668-A01A-4498-8C55-7632F07472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ACC9CAF-49B0-4764-BD08-3EE156396B3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7225" y="1746000"/>
            <a:ext cx="1908000" cy="466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F6AA043E-A8D0-4FCB-9F4F-DD31235DF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77225" y="2268000"/>
            <a:ext cx="1908000" cy="35958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5A11306F-B23C-488C-BC1C-33ACC80D42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2755021"/>
            <a:ext cx="1908000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FAD2E4EB-325F-4F7D-B22C-1CB117A8C2E4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532408" y="2755021"/>
            <a:ext cx="1908000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9E72453-2511-4642-AAC2-B7BBD823203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703592" y="2755021"/>
            <a:ext cx="1908000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809FB291-25C0-4C01-A7BA-84D97BD981F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876000" y="2755021"/>
            <a:ext cx="1908000" cy="17963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64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s w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6E804D0-78BF-4219-81C1-B14F5CC97D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055C8431-480E-4660-B1FD-064EE183DC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39D0792F-9BEF-46B3-A44B-91EB68F80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AEC0CD1E-9562-426D-AC20-A1FC5EE882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AC6CAF1E-78B4-4B5F-A661-EEE151B12C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332C9A8D-2549-4462-B251-150E89745A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CCFC0F66-1C77-4C4A-82BF-4B0F6648F5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8030A343-66E4-4005-91CA-00B89859CC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2647283"/>
            <a:ext cx="1908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062C5F7-B527-47BB-B64C-5864AE3FEC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32408" y="2647283"/>
            <a:ext cx="1908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BCCFE376-E6B0-4EFF-9569-21E2E6A551F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04816" y="2647283"/>
            <a:ext cx="1908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21053270-D1DA-42DD-8467-7D66A4A4B79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1166813"/>
            <a:ext cx="1908000" cy="1296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76202B9E-1BB8-44B5-83EB-A9C51D4DD6A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532408" y="1166813"/>
            <a:ext cx="1908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4" name="Picture Placeholder 6">
            <a:extLst>
              <a:ext uri="{FF2B5EF4-FFF2-40B4-BE49-F238E27FC236}">
                <a16:creationId xmlns:a16="http://schemas.microsoft.com/office/drawing/2014/main" id="{992990CC-1068-4C21-9820-7D6C6BFAABE2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704816" y="1167580"/>
            <a:ext cx="1908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8074F8D-F9B6-4B96-9D5F-49A017C32F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77225" y="2647283"/>
            <a:ext cx="1908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5B218E3C-49FE-4758-9F6F-9C541E88B0E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877225" y="1167580"/>
            <a:ext cx="1908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0" name="Title Placeholder 1">
            <a:extLst>
              <a:ext uri="{FF2B5EF4-FFF2-40B4-BE49-F238E27FC236}">
                <a16:creationId xmlns:a16="http://schemas.microsoft.com/office/drawing/2014/main" id="{E979C1FE-68F2-460E-AF03-04717BA1D2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740C9747-B767-45BA-8AF8-F8EF81C983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9F43D9F6-5F5B-47CD-BF6D-99D3A5A2B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3005999"/>
            <a:ext cx="1908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9682DD2-26D4-412E-9678-02AAE643DD2D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532408" y="3005999"/>
            <a:ext cx="1908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5006142-36B2-4E65-8C57-71A400CF59F1}"/>
              </a:ext>
            </a:extLst>
          </p:cNvPr>
          <p:cNvSpPr>
            <a:spLocks noGrp="1"/>
          </p:cNvSpPr>
          <p:nvPr>
            <p:ph sz="quarter" idx="49" hasCustomPrompt="1"/>
          </p:nvPr>
        </p:nvSpPr>
        <p:spPr>
          <a:xfrm>
            <a:off x="4706008" y="3005999"/>
            <a:ext cx="1908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41506DA4-47CE-4684-BF3A-9D81D0FCCDD9}"/>
              </a:ext>
            </a:extLst>
          </p:cNvPr>
          <p:cNvSpPr>
            <a:spLocks noGrp="1"/>
          </p:cNvSpPr>
          <p:nvPr>
            <p:ph sz="quarter" idx="50" hasCustomPrompt="1"/>
          </p:nvPr>
        </p:nvSpPr>
        <p:spPr>
          <a:xfrm>
            <a:off x="6877225" y="3005999"/>
            <a:ext cx="1908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25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s wo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1868400"/>
            <a:ext cx="1512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310400"/>
            <a:ext cx="1512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1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2088000" y="1310400"/>
            <a:ext cx="1512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76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816000" y="1310400"/>
            <a:ext cx="1512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81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5544000" y="1310400"/>
            <a:ext cx="1512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088000" y="1868400"/>
            <a:ext cx="1512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3816000" y="1868400"/>
            <a:ext cx="1512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5544000" y="1868400"/>
            <a:ext cx="1512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6183151-3EA5-B14B-8BAA-DEB95726121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272000" y="1310400"/>
            <a:ext cx="1512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5533BCC-E443-5045-AE97-25835E0CD121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7272000" y="1868400"/>
            <a:ext cx="1512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A93F41D-DF1B-44C8-ADF8-A37BDE3503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FC541F03-D4A0-4479-A1CA-60D078AF3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5797F60D-59E7-4BA9-9B3B-87A1FDE1A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26FBD2A-11CF-45E9-B6C5-5E7B576501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C387198F-2DC8-4961-B9EA-1649FE1935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A0C1320A-F7BB-4457-AD14-5AD068FE3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9706163E-1E70-4E86-9120-05BD7327BC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3" name="Title Placeholder 1">
            <a:extLst>
              <a:ext uri="{FF2B5EF4-FFF2-40B4-BE49-F238E27FC236}">
                <a16:creationId xmlns:a16="http://schemas.microsoft.com/office/drawing/2014/main" id="{F381B13B-057C-4C24-BBF5-9E1BE95B6B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9A75E4F0-37A5-4B3F-B24B-ACC8454499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AAF13628-AAFB-4A20-B79F-894F86BC4B20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360000" y="2948399"/>
            <a:ext cx="1511693" cy="1602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D628AEA5-D2DB-4B9E-A08E-0E2DDB49A5AF}"/>
              </a:ext>
            </a:extLst>
          </p:cNvPr>
          <p:cNvSpPr>
            <a:spLocks noGrp="1"/>
          </p:cNvSpPr>
          <p:nvPr>
            <p:ph sz="quarter" idx="53" hasCustomPrompt="1"/>
          </p:nvPr>
        </p:nvSpPr>
        <p:spPr>
          <a:xfrm>
            <a:off x="2088307" y="2948399"/>
            <a:ext cx="1511693" cy="1602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B7816980-63CE-48CA-85D2-25C9F7283171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3815693" y="2948399"/>
            <a:ext cx="1511693" cy="1602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26C2F438-EB4E-42EA-B35D-C22F5AD401E6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5544000" y="2948399"/>
            <a:ext cx="1511693" cy="1602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70BBB69C-CDF5-4854-92FB-8CC1F93025CA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7273532" y="2948399"/>
            <a:ext cx="1511693" cy="1602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00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s w pics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B8F1501D-8A8B-4465-8FDD-CD3C90B487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D6146B94-9B12-4FD6-A5DB-41B8B799D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26C3D739-6EE2-4A40-AD16-F8F24E1B55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AB4D451F-AFA0-44A6-AD6B-C1AB1E61BE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DE4EEE01-C676-4427-A599-EF71F55744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26BD88BE-053A-4FED-85FD-0EA3C3D372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C7A2C4DC-AF5A-4A01-84D4-D1BC958C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1" name="Title Placeholder 1">
            <a:extLst>
              <a:ext uri="{FF2B5EF4-FFF2-40B4-BE49-F238E27FC236}">
                <a16:creationId xmlns:a16="http://schemas.microsoft.com/office/drawing/2014/main" id="{77095905-AF36-46C9-911F-9D7318807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EF3FE9E3-1E5E-4D6E-B481-9D02CB2174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0DC677F-AF69-4A1E-A8D9-1996AED5CE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264728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76416CFC-23CC-4597-83EA-2DEA511BDA1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88000" y="264728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AE35799-E2F2-4200-B11A-0EA17DC317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16000" y="264728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4D704CF2-E8C1-44D9-9729-393059FFED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1166813"/>
            <a:ext cx="1512000" cy="1296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FE53BEE5-966A-47DD-81F9-DD31ACEB44C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88000" y="1166813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9" name="Picture Placeholder 6">
            <a:extLst>
              <a:ext uri="{FF2B5EF4-FFF2-40B4-BE49-F238E27FC236}">
                <a16:creationId xmlns:a16="http://schemas.microsoft.com/office/drawing/2014/main" id="{A914447D-AA27-46CA-A7E9-6CA990D10111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816000" y="1167580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7554E908-D747-4866-A9A5-34D47542E89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44000" y="264728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3" name="Picture Placeholder 6">
            <a:extLst>
              <a:ext uri="{FF2B5EF4-FFF2-40B4-BE49-F238E27FC236}">
                <a16:creationId xmlns:a16="http://schemas.microsoft.com/office/drawing/2014/main" id="{1982A793-0CF6-4160-8227-08B3B1BAFA7C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544000" y="1167580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FEFA4CD9-37C3-40E3-82DE-3D89AB977E8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72000" y="264728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6" name="Picture Placeholder 6">
            <a:extLst>
              <a:ext uri="{FF2B5EF4-FFF2-40B4-BE49-F238E27FC236}">
                <a16:creationId xmlns:a16="http://schemas.microsoft.com/office/drawing/2014/main" id="{CECD66BA-301B-486E-811B-9B045645333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7272000" y="1167580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BF376A84-90E5-42FE-9DAE-5EA16123A24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3005999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21944AF9-A5EA-4AFD-B8E5-9FC0C0721462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2088000" y="3005999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80D1E241-629D-4A30-AEBF-2EC4318DDB77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3816000" y="3005999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067C25BB-15DE-4244-8C75-5362932103DD}"/>
              </a:ext>
            </a:extLst>
          </p:cNvPr>
          <p:cNvSpPr>
            <a:spLocks noGrp="1"/>
          </p:cNvSpPr>
          <p:nvPr>
            <p:ph sz="quarter" idx="53" hasCustomPrompt="1"/>
          </p:nvPr>
        </p:nvSpPr>
        <p:spPr>
          <a:xfrm>
            <a:off x="5544000" y="3005999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533B41BA-D3CF-4E1B-AA42-1DADCAF714FA}"/>
              </a:ext>
            </a:extLst>
          </p:cNvPr>
          <p:cNvSpPr>
            <a:spLocks noGrp="1"/>
          </p:cNvSpPr>
          <p:nvPr>
            <p:ph sz="quarter" idx="54" hasCustomPrompt="1"/>
          </p:nvPr>
        </p:nvSpPr>
        <p:spPr>
          <a:xfrm>
            <a:off x="7272000" y="3005999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99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s w pic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4330D1A7-B6B0-4DE7-8021-0EAAA7694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33D5F1C6-E08B-4FAB-AD1A-BC60F0EB7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A6CDC59C-1278-4569-B04F-66D5128EBD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CCF6ECB9-1D39-4126-AF40-D4E9DDEEFF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82A1C9DB-B96D-4CF1-8575-33AD901426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88822FA6-220E-421C-B1CA-46238153C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CB6E13E3-A2AB-41AF-83FE-D1EC88479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74FA2C97-BFD1-42C8-B7DE-4B72E90A02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16681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D2C9BBD-4020-46D4-BF19-4BD0E8C7C94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88000" y="116681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60BCD17-CCBE-4D15-A520-35FB6FAB8B1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16000" y="116681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0F7B70F1-5025-40DC-8728-A54A7B756E4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3252255"/>
            <a:ext cx="1512000" cy="1296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85BEC9B0-787F-4D0B-900E-5B05087299C3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88000" y="3252255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8F14B364-5C5A-48CA-8ED8-2703B29F7A81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816000" y="3253022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B3F9D8B-4364-490F-879C-1FE9BBB7FCE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544000" y="116681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1" name="Picture Placeholder 6">
            <a:extLst>
              <a:ext uri="{FF2B5EF4-FFF2-40B4-BE49-F238E27FC236}">
                <a16:creationId xmlns:a16="http://schemas.microsoft.com/office/drawing/2014/main" id="{BF58708E-DB20-4CA9-A727-A5EF23319793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544000" y="3253022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990177E-8B87-46AB-BEF1-B24D0627B9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73225" y="1166813"/>
            <a:ext cx="1512000" cy="28815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4" name="Picture Placeholder 6">
            <a:extLst>
              <a:ext uri="{FF2B5EF4-FFF2-40B4-BE49-F238E27FC236}">
                <a16:creationId xmlns:a16="http://schemas.microsoft.com/office/drawing/2014/main" id="{257F081C-124A-448B-A0A4-1CB2C665B7A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7273225" y="3253022"/>
            <a:ext cx="1512000" cy="12969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6" name="Title Placeholder 1">
            <a:extLst>
              <a:ext uri="{FF2B5EF4-FFF2-40B4-BE49-F238E27FC236}">
                <a16:creationId xmlns:a16="http://schemas.microsoft.com/office/drawing/2014/main" id="{1488A0E3-CE85-4D11-A981-CC2144AE79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810FB1C7-3C54-4849-AD4C-F086671900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81D93DB7-44B8-496C-891D-637667B1C8CC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360000" y="1525530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13A9CE1-2DD6-404E-9F2F-A05F9AE00392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2088000" y="1525530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075312D0-F373-4102-AA01-352F2FF4C2BB}"/>
              </a:ext>
            </a:extLst>
          </p:cNvPr>
          <p:cNvSpPr>
            <a:spLocks noGrp="1"/>
          </p:cNvSpPr>
          <p:nvPr>
            <p:ph sz="quarter" idx="57" hasCustomPrompt="1"/>
          </p:nvPr>
        </p:nvSpPr>
        <p:spPr>
          <a:xfrm>
            <a:off x="3816000" y="1525530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BA425C18-6D5F-4F94-8084-044968E96021}"/>
              </a:ext>
            </a:extLst>
          </p:cNvPr>
          <p:cNvSpPr>
            <a:spLocks noGrp="1"/>
          </p:cNvSpPr>
          <p:nvPr>
            <p:ph sz="quarter" idx="58" hasCustomPrompt="1"/>
          </p:nvPr>
        </p:nvSpPr>
        <p:spPr>
          <a:xfrm>
            <a:off x="5544000" y="1525530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F4974D08-7A2C-4492-83D2-357F8D95F0A9}"/>
              </a:ext>
            </a:extLst>
          </p:cNvPr>
          <p:cNvSpPr>
            <a:spLocks noGrp="1"/>
          </p:cNvSpPr>
          <p:nvPr>
            <p:ph sz="quarter" idx="59" hasCustomPrompt="1"/>
          </p:nvPr>
        </p:nvSpPr>
        <p:spPr>
          <a:xfrm>
            <a:off x="7272000" y="1525530"/>
            <a:ext cx="1512000" cy="15453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526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 a ro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60000" y="1706400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72000" bIns="108000">
            <a:noAutofit/>
          </a:bodyPr>
          <a:lstStyle>
            <a:lvl1pPr marL="144000" indent="-144000" algn="l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256529" y="1706400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72000" bIns="108000">
            <a:noAutofit/>
          </a:bodyPr>
          <a:lstStyle>
            <a:lvl1pPr marL="144000" indent="-144000" algn="l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56000" y="1706400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72000" bIns="108000">
            <a:noAutofit/>
          </a:bodyPr>
          <a:lstStyle>
            <a:lvl1pPr marL="144000" indent="-144000" algn="l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706400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56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256529" y="1706400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58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6156000" y="1706400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60000" y="3183363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108000" bIns="10800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3256529" y="3183363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108000" bIns="10800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156000" y="3183363"/>
            <a:ext cx="2628000" cy="1368000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lIns="108000" tIns="432000" rIns="108000" bIns="10800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endParaRPr lang="en-US"/>
          </a:p>
        </p:txBody>
      </p:sp>
      <p:sp>
        <p:nvSpPr>
          <p:cNvPr id="74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360000" y="3183362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75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3256529" y="3183362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76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6156000" y="3183362"/>
            <a:ext cx="2628000" cy="324000"/>
          </a:xfrm>
          <a:prstGeom prst="rect">
            <a:avLst/>
          </a:prstGeom>
          <a:solidFill>
            <a:schemeClr val="tx2"/>
          </a:solidFill>
        </p:spPr>
        <p:txBody>
          <a:bodyPr lIns="108000" tIns="0" rIns="7200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2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C654AAF-0489-4229-AB47-78ED770C3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A85627B8-FC4A-42DD-9936-0CF499B937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571FE635-354B-4162-A623-F1E5AAB41A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8413658-B7A1-403C-AEBC-0EF32CCB04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4D27870F-8406-410A-A5BF-FE066C9D5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E7BD4A51-B173-498E-A334-006D7BED26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7B7E22F-2AA4-4A70-8168-1776B5466C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2D297ED6-17FB-419C-8550-A5461134E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792FCB36-28CE-4801-ACCA-FF3B66244D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B31A228-C805-43FF-BF4D-E14131C5A9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5712345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 a row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03225" y="1440000"/>
            <a:ext cx="4500000" cy="72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1403225" y="1166400"/>
            <a:ext cx="450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1166813"/>
            <a:ext cx="828000" cy="82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403225" y="2653681"/>
            <a:ext cx="4500000" cy="72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403225" y="2380753"/>
            <a:ext cx="450000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60000" y="2380753"/>
            <a:ext cx="828000" cy="82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403225" y="3867362"/>
            <a:ext cx="4500000" cy="684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1403225" y="3594693"/>
            <a:ext cx="4509060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360000" y="3594693"/>
            <a:ext cx="828000" cy="82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20000" y="1440000"/>
            <a:ext cx="2664000" cy="31113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7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tx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290F1EA-1535-4576-90DC-51139AC19B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ACA4820E-63D2-4F8A-A607-2FE985C912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6B5C99E-0D38-4631-9834-895FFDDBC7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C8A50A2B-76D9-48E6-921C-BA83E11B95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39E6C41-A664-43C0-B28F-6016DB2F7A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53E0DE-0E04-498C-8F69-D3D812B1C1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A1593B3-CFF6-4B0F-A331-9FE045EB9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A4E4D72A-2B34-4851-949E-24B4CED29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1C3F390-6290-4752-9881-D0531C9960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EDEFB98-C6B2-4112-A9B9-92958E6115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18450" y="1166400"/>
            <a:ext cx="266677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subtitle</a:t>
            </a:r>
          </a:p>
        </p:txBody>
      </p:sp>
    </p:spTree>
    <p:extLst>
      <p:ext uri="{BB962C8B-B14F-4D97-AF65-F5344CB8AC3E}">
        <p14:creationId xmlns:p14="http://schemas.microsoft.com/office/powerpoint/2010/main" val="5222049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 a row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360000" y="3183363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522000" y="3489363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205642" y="3183363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364366" y="3489363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048000" y="3183363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44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210000" y="3489363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048000" y="1706400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210000" y="2012400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205642" y="1706400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364366" y="2012400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60000" y="1706400"/>
            <a:ext cx="2736000" cy="1368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080000" tIns="108000" rIns="108000" bIns="108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. 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522000" y="2012400"/>
            <a:ext cx="756000" cy="756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B3C34AF-E431-408C-8E95-DC60EE87E2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07AB3E51-9783-4A18-B6F0-FBF2E56193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7E95BC20-EA7C-477A-838B-3B162BD236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E6DCCF8E-C9BD-4406-BCA4-E8AF44811C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8AE9C6B2-A764-481C-A0DF-7FA841C71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CE278BB8-18F0-49AE-A29F-1A6F54F940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513EEC7A-661E-4B9C-AFA9-F7C9655EED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38" name="Title Placeholder 1">
            <a:extLst>
              <a:ext uri="{FF2B5EF4-FFF2-40B4-BE49-F238E27FC236}">
                <a16:creationId xmlns:a16="http://schemas.microsoft.com/office/drawing/2014/main" id="{C26D1D3B-F64F-43E6-947B-374C1A3CB8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0528A0B8-5BF8-418C-A7DE-89A5DA7682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000" y="1166813"/>
            <a:ext cx="8424000" cy="4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4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lead or delete this placeholder if not needed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474EC7D-3261-45C6-966C-6990509137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389155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 a row with 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1809516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94632" y="1166812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360000" y="1166812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820348FA-7E75-4B3D-BEB4-C09A540977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C7DEFCF2-87D9-4B20-816E-4CB8B83AF6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56600042-9E12-4B1D-9D56-C33C82E441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01555065-A12B-4C89-81C9-22E4711502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47D94F98-1F03-42CB-A14C-23F75A4145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232D3A22-E2C9-4475-8154-9E25110C00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B933A45F-0352-4F86-AFA8-D510F145BC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0783F4C3-1EAE-4DE7-A04E-B1C285B97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2D15D663-00E7-4F6B-B969-F37A802D23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428CE933-2F67-42F0-AB64-841C86AFA6D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5914" y="1809516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01291108-51CD-4709-A041-9EEC5452A1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90546" y="1166812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3" name="Picture Placeholder 6">
            <a:extLst>
              <a:ext uri="{FF2B5EF4-FFF2-40B4-BE49-F238E27FC236}">
                <a16:creationId xmlns:a16="http://schemas.microsoft.com/office/drawing/2014/main" id="{FFD9C6F2-A2AB-4524-B654-21E35CCA7B9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55914" y="1166812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80D8CEF6-0B69-48E8-BD4E-A2FFEF59603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258000" y="1809516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15E8ECC-4B31-472C-83FA-214077F9DB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2632" y="1166812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6" name="Picture Placeholder 6">
            <a:extLst>
              <a:ext uri="{FF2B5EF4-FFF2-40B4-BE49-F238E27FC236}">
                <a16:creationId xmlns:a16="http://schemas.microsoft.com/office/drawing/2014/main" id="{F1B6E38B-375E-4028-8DDF-7500FFCEB4F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258000" y="1166812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6EDADB0-8B06-4ECD-B7BA-2C28B6D5B87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60000" y="3615363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66A43F31-98F6-48A5-A79A-DE93376662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4632" y="2972659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057B4872-DFB9-4635-A3D2-47A252CD2BB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60000" y="2972659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551C9409-F01D-4CBD-8DFF-B126FF52FFFA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55914" y="3615363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64A313E3-EAD9-4B09-998D-72885D04CB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90546" y="2972659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62" name="Picture Placeholder 6">
            <a:extLst>
              <a:ext uri="{FF2B5EF4-FFF2-40B4-BE49-F238E27FC236}">
                <a16:creationId xmlns:a16="http://schemas.microsoft.com/office/drawing/2014/main" id="{BFEC56CC-AB26-4ACA-AC90-0521C8EC001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155914" y="2972659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8E3456ED-564D-4102-BD78-679DD8DA0229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3258000" y="3615363"/>
            <a:ext cx="2628000" cy="93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solidFill>
                  <a:schemeClr val="accent3"/>
                </a:solidFill>
                <a:latin typeface="+mn-lt"/>
              </a:defRPr>
            </a:lvl1pPr>
            <a:lvl2pPr marL="144000" indent="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None/>
              <a:defRPr sz="1200">
                <a:solidFill>
                  <a:schemeClr val="bg2"/>
                </a:solidFill>
                <a:latin typeface="+mj-lt"/>
              </a:defRPr>
            </a:lvl2pPr>
            <a:lvl3pPr marL="28800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3pPr>
            <a:lvl4pPr marL="504000" indent="0">
              <a:lnSpc>
                <a:spcPct val="100000"/>
              </a:lnSpc>
              <a:spcBef>
                <a:spcPts val="600"/>
              </a:spcBef>
              <a:buSzPct val="90000"/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  <a:latin typeface="+mj-lt"/>
              </a:defRPr>
            </a:lvl4pPr>
            <a:lvl5pPr marL="6480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01BD405B-6F1F-4BE6-A1C7-E88341CA3F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92632" y="2972659"/>
            <a:ext cx="1993368" cy="54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4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D4D86730-2FED-4E76-9BB7-83DD7CFD6A44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258000" y="2972659"/>
            <a:ext cx="540000" cy="540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2978866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und sche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4032000" y="2246606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576000" y="1273677"/>
            <a:ext cx="223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576000" y="1576239"/>
            <a:ext cx="2232000" cy="5620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endParaRPr lang="en-US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2988000" y="116681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5076000" y="116681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2988000" y="3326400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5040000" y="3326400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6000" y="3434113"/>
            <a:ext cx="223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576000" y="3736675"/>
            <a:ext cx="2232000" cy="5620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endParaRPr lang="en-US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1620261" y="2354400"/>
            <a:ext cx="223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8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1620826" y="2656800"/>
            <a:ext cx="2232000" cy="5620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endParaRPr lang="en-US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6336000" y="1273677"/>
            <a:ext cx="223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36565" y="1576239"/>
            <a:ext cx="2232000" cy="5620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endParaRPr lang="en-US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6336000" y="3434400"/>
            <a:ext cx="223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6336000" y="3736800"/>
            <a:ext cx="2232000" cy="5620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endParaRPr lang="en-US"/>
          </a:p>
        </p:txBody>
      </p:sp>
      <p:sp>
        <p:nvSpPr>
          <p:cNvPr id="43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5291174" y="2498606"/>
            <a:ext cx="3276826" cy="576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a title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0D43E7DD-2AF2-4B7F-863A-56CCF925D0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327767BD-5079-4755-BA51-AD0BF35CE6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34BF6B36-BFCF-4C50-ADB7-69C3CB60D7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0F78B10B-E92E-40C5-914E-BBD7036616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685F4F19-B376-486E-BFAF-84F70C3A31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D026ADB3-E437-4262-9572-83CDADF144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77D9183-4A1C-498E-B65B-4CBFE27C50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7" name="Title Placeholder 1">
            <a:extLst>
              <a:ext uri="{FF2B5EF4-FFF2-40B4-BE49-F238E27FC236}">
                <a16:creationId xmlns:a16="http://schemas.microsoft.com/office/drawing/2014/main" id="{8277FB63-9D2A-4E6B-8C2D-023663B31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5E25326-BC0C-4090-A2EF-88701ECEB1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</p:spTree>
    <p:extLst>
      <p:ext uri="{BB962C8B-B14F-4D97-AF65-F5344CB8AC3E}">
        <p14:creationId xmlns:p14="http://schemas.microsoft.com/office/powerpoint/2010/main" val="33269036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und sche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4032000" y="2102657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806400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1094400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032000" y="95091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32000" y="3254400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43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5206735" y="806400"/>
            <a:ext cx="3312000" cy="65298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a title.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2988000" y="152678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5076000" y="152678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2988000" y="2678529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5076000" y="2678529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accent3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54" name="Text Placeholder 8"/>
          <p:cNvSpPr>
            <a:spLocks noGrp="1"/>
          </p:cNvSpPr>
          <p:nvPr>
            <p:ph type="body" sz="quarter" idx="55" hasCustomPrompt="1"/>
          </p:nvPr>
        </p:nvSpPr>
        <p:spPr>
          <a:xfrm>
            <a:off x="620175" y="3825927"/>
            <a:ext cx="3314943" cy="6573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a title.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2975DD2B-1576-494A-99F0-99CD5437AB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FD8EA546-329E-4E2E-805A-BE5D7691E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6DE00D0-D623-448C-AF88-805D703D9E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4094D171-5CF1-472A-A73D-7E74F11C3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B5DA8A1E-7FE8-4F4B-9336-46A28440A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2F79E461-C0F2-4E58-AA5A-B1791FF274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BDE182EF-52CE-4C92-91AD-ED4EE6AE827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FB4A7EA7-BC8C-427D-AF7A-88EB3677AC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66E1F179-73A4-4AC0-82EC-EB889E75C9D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96000" y="1740831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5" name="Text Placeholder 8">
            <a:extLst>
              <a:ext uri="{FF2B5EF4-FFF2-40B4-BE49-F238E27FC236}">
                <a16:creationId xmlns:a16="http://schemas.microsoft.com/office/drawing/2014/main" id="{CF4C4DF1-17F1-4449-9D0D-5D6FBEF7BC5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6000" y="2028831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241068F3-2AAE-4433-A9EB-1FD8F31BA7A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96000" y="2890800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8443CF2A-D97F-4DD7-94EF-A19E6BBC38F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96000" y="3178800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40F2A5CA-C0E9-430A-89D4-A278833A6F9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300000" y="1740831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1D7896ED-89FD-4255-BEE4-A7449DA6718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300000" y="2028831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6C4B8E70-5337-440B-8FBB-72C09A593FF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00000" y="2890800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58A9261E-7894-47EB-8BC0-FC9AA3795A1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00000" y="3178800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451208C4-4345-493C-913E-EE20489C7A7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56000" y="3825926"/>
            <a:ext cx="2448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E6F9E55B-7BF1-436C-BA5B-CC93FB1250F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56000" y="4113926"/>
            <a:ext cx="2448000" cy="36933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GB"/>
              <a:t>Click to start texting</a:t>
            </a:r>
            <a:r>
              <a:rPr lang="en-US"/>
              <a:t>.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dolore</a:t>
            </a:r>
            <a:r>
              <a:rPr lang="en-US"/>
              <a:t> magna.</a:t>
            </a:r>
          </a:p>
        </p:txBody>
      </p:sp>
    </p:spTree>
    <p:extLst>
      <p:ext uri="{BB962C8B-B14F-4D97-AF65-F5344CB8AC3E}">
        <p14:creationId xmlns:p14="http://schemas.microsoft.com/office/powerpoint/2010/main" val="4415139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with 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950912"/>
            <a:ext cx="2808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3096000" y="1274913"/>
            <a:ext cx="2952000" cy="295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on the icon 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60000" y="1887062"/>
            <a:ext cx="2520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60000" y="2823212"/>
            <a:ext cx="2520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60000" y="3759363"/>
            <a:ext cx="2808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86F42-1D6F-4440-8C0E-F557BC1E06A7}"/>
              </a:ext>
            </a:extLst>
          </p:cNvPr>
          <p:cNvSpPr txBox="1"/>
          <p:nvPr userDrawn="1"/>
        </p:nvSpPr>
        <p:spPr>
          <a:xfrm>
            <a:off x="-627017" y="357051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endParaRPr lang="en-US" sz="1200" err="1">
              <a:solidFill>
                <a:schemeClr val="bg2"/>
              </a:solidFill>
            </a:endParaRP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42607DB6-0E98-4767-9CC3-5DF501E353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B22B03D-97DC-46F9-8E2D-9CB9C71DC5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07866C76-DF7F-4FFD-A4A6-4F0A9B6D18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6749D191-99DC-4D07-AB53-4923A0C1A2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919431EF-26B8-44B5-9C1B-BACC704C32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245B8068-20EA-4459-9450-C36A2DBC2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D303F25-C83E-482A-9047-8F45759D8F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CB578F7A-355A-4008-8FC3-FD83D6211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ctr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9C9F2D1-89D9-4265-AC55-4F490029B69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5977225" y="950912"/>
            <a:ext cx="2808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A292697-C141-4F46-98FC-38C6DD5AB53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65225" y="1887062"/>
            <a:ext cx="2520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B629CF9-D57E-496A-88E4-F29FAD853B9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65225" y="2823212"/>
            <a:ext cx="2520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564B545-4184-4337-903F-D84AA14FF2E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977225" y="3759363"/>
            <a:ext cx="2808000" cy="792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add a feature</a:t>
            </a:r>
          </a:p>
        </p:txBody>
      </p:sp>
    </p:spTree>
    <p:extLst>
      <p:ext uri="{BB962C8B-B14F-4D97-AF65-F5344CB8AC3E}">
        <p14:creationId xmlns:p14="http://schemas.microsoft.com/office/powerpoint/2010/main" val="39690966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C17A6133-06D8-48F3-A694-38F41E8E64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4103A872-EE35-42B7-A304-264B8F5BF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BDDD75B2-C68F-4294-8E77-E61278246E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A67331C4-38F9-458F-8B00-BC9223489B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D0AF4DAD-9B20-43F0-89E1-A4906FCFBF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CEAC7A61-A820-4A4C-8BB8-D29C921BE5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93CC221C-93C5-48C6-B0C7-6C9C404512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E2ABE4D-15A5-4918-87D7-25E72373F5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041" y="864000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D08B6928-8E64-4B28-BD46-DB1E9653FF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9041" y="1166400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.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41F8D5D2-092C-4C05-98A4-F9407927BC5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9041" y="1629449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29D2C9F5-A95D-48B9-96E5-CCBEFA597A6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041" y="1931849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E69BDC1C-3E2D-451C-AC8E-86454CEDEF8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99041" y="2394898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55" name="Text Placeholder 8">
            <a:extLst>
              <a:ext uri="{FF2B5EF4-FFF2-40B4-BE49-F238E27FC236}">
                <a16:creationId xmlns:a16="http://schemas.microsoft.com/office/drawing/2014/main" id="{6509A248-B814-44B1-822B-3F282AE26D1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9041" y="2697298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.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1D42221E-38B1-460F-BD78-7BDB108747B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9041" y="3160347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2FB4D5EC-FCD1-4DDB-8C3F-E1A6DECC95D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99041" y="3462747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8B5EAEDE-8504-4551-9B08-E0AC3402724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99041" y="3925798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5362FD5D-C2E1-41A8-ABB7-A14A14CCD79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99041" y="4228198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106" name="Title Placeholder 1">
            <a:extLst>
              <a:ext uri="{FF2B5EF4-FFF2-40B4-BE49-F238E27FC236}">
                <a16:creationId xmlns:a16="http://schemas.microsoft.com/office/drawing/2014/main" id="{9C436825-AF2C-4A26-BD5B-1F0127EC8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BADE77D9-12FC-4952-8804-5DA971E4EA62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5256266" y="864000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109" name="Text Placeholder 8">
            <a:extLst>
              <a:ext uri="{FF2B5EF4-FFF2-40B4-BE49-F238E27FC236}">
                <a16:creationId xmlns:a16="http://schemas.microsoft.com/office/drawing/2014/main" id="{A26D765D-2896-4096-9891-E6AC97A0C76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256266" y="1166400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.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B97D5A8F-4957-44FF-B387-A1B3DDC5F09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56266" y="1629449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112" name="Text Placeholder 8">
            <a:extLst>
              <a:ext uri="{FF2B5EF4-FFF2-40B4-BE49-F238E27FC236}">
                <a16:creationId xmlns:a16="http://schemas.microsoft.com/office/drawing/2014/main" id="{5692A4B5-086A-4969-B9C0-58EBC197F0FC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256266" y="1931849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CBEF4357-10C3-4EAA-9F02-2E6CDE4906C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256266" y="2394898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114" name="Text Placeholder 8">
            <a:extLst>
              <a:ext uri="{FF2B5EF4-FFF2-40B4-BE49-F238E27FC236}">
                <a16:creationId xmlns:a16="http://schemas.microsoft.com/office/drawing/2014/main" id="{179710A4-A313-4361-B4F0-B8245C4D7F56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5256266" y="2697298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.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8EC554E9-6BC0-4CA0-8F44-1CDFCA576252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5256266" y="3160347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116" name="Text Placeholder 8">
            <a:extLst>
              <a:ext uri="{FF2B5EF4-FFF2-40B4-BE49-F238E27FC236}">
                <a16:creationId xmlns:a16="http://schemas.microsoft.com/office/drawing/2014/main" id="{F5F182B0-48DF-49F1-8B3B-149CECE5215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5256266" y="3462747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00EABD47-6EC2-44A3-89D3-479A318558E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6266" y="3925798"/>
            <a:ext cx="352895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 noProof="0"/>
              <a:t>Click to add a title</a:t>
            </a:r>
          </a:p>
        </p:txBody>
      </p:sp>
      <p:sp>
        <p:nvSpPr>
          <p:cNvPr id="118" name="Text Placeholder 8">
            <a:extLst>
              <a:ext uri="{FF2B5EF4-FFF2-40B4-BE49-F238E27FC236}">
                <a16:creationId xmlns:a16="http://schemas.microsoft.com/office/drawing/2014/main" id="{456589B3-E2BF-4744-865D-C06243F96825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256266" y="4228198"/>
            <a:ext cx="3528959" cy="3231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050">
                <a:solidFill>
                  <a:schemeClr val="accent3"/>
                </a:solidFill>
                <a:latin typeface="+mn-lt"/>
              </a:defRPr>
            </a:lvl1pPr>
            <a:lvl2pPr marL="342900" indent="0" algn="ctr">
              <a:buNone/>
              <a:defRPr sz="1200">
                <a:solidFill>
                  <a:schemeClr val="bg2"/>
                </a:solidFill>
              </a:defRPr>
            </a:lvl2pPr>
            <a:lvl3pPr marL="685800" indent="0" algn="ctr">
              <a:buNone/>
              <a:defRPr sz="1200">
                <a:solidFill>
                  <a:schemeClr val="bg2"/>
                </a:solidFill>
              </a:defRPr>
            </a:lvl3pPr>
            <a:lvl4pPr marL="1028700" indent="0" algn="ctr">
              <a:buNone/>
              <a:defRPr sz="1200">
                <a:solidFill>
                  <a:schemeClr val="bg2"/>
                </a:solidFill>
              </a:defRPr>
            </a:lvl4pPr>
            <a:lvl5pPr marL="1371600" indent="0" algn="ctr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start texting. Euismod tincidunt ut laoreet dolore magna tincidunt ut laoreet.</a:t>
            </a:r>
          </a:p>
        </p:txBody>
      </p:sp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FD06CF0A-398A-409D-AB95-82C58F806FB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58775" y="864000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8425FA41-5199-4736-8336-FEC324F07CA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58775" y="1629449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5A863E04-25B8-4CD7-B994-C9D31694D7A3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358775" y="2394898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D90DD849-BD8E-4A2B-A86D-CCA8FE57803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358775" y="3160347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031B117B-9945-4CD5-9513-0250C06D4BC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358775" y="3925798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0EF92BB0-A008-4F7E-82A2-4AB08E4A7876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716000" y="864000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AA589B5B-94EF-4A97-AF69-C1E5CD1A8B46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4716000" y="1629449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759F98E8-B962-4A0A-B618-544913518E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6000" y="2394898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6" name="Text Placeholder 2">
            <a:extLst>
              <a:ext uri="{FF2B5EF4-FFF2-40B4-BE49-F238E27FC236}">
                <a16:creationId xmlns:a16="http://schemas.microsoft.com/office/drawing/2014/main" id="{23C0121E-F02E-4960-A072-2D43B9C3EFAF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4716000" y="3160347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528C325D-752F-4683-9B96-31F43B018256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4716000" y="3925798"/>
            <a:ext cx="360000" cy="360000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900" indent="0" algn="ctr">
              <a:buNone/>
              <a:defRPr>
                <a:solidFill>
                  <a:schemeClr val="bg1"/>
                </a:solidFill>
              </a:defRPr>
            </a:lvl2pPr>
            <a:lvl3pPr marL="685800" indent="0" algn="ctr">
              <a:buNone/>
              <a:defRPr>
                <a:solidFill>
                  <a:schemeClr val="bg1"/>
                </a:solidFill>
              </a:defRPr>
            </a:lvl3pPr>
            <a:lvl4pPr marL="1028700" indent="0" algn="ctr">
              <a:buNone/>
              <a:defRPr>
                <a:solidFill>
                  <a:schemeClr val="bg1"/>
                </a:solidFill>
              </a:defRPr>
            </a:lvl4pPr>
            <a:lvl5pPr marL="13716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701251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list with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9" y="1166813"/>
            <a:ext cx="4212000" cy="612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44000" tIns="108000" rIns="108000" bIns="108000"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feature 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571999" y="1859710"/>
            <a:ext cx="4212000" cy="612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44000" tIns="108000" rIns="108000" bIns="108000"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feature 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571999" y="2552607"/>
            <a:ext cx="4212000" cy="612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44000" tIns="108000" rIns="108000" bIns="108000"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feature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71999" y="3245504"/>
            <a:ext cx="4212000" cy="612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44000" tIns="108000" rIns="108000" bIns="108000"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feature 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FC1890D2-72A1-344B-AAD7-DB97141FE49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571999" y="3938400"/>
            <a:ext cx="4212000" cy="612000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lIns="144000" tIns="108000" rIns="108000" bIns="108000"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baseline="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a feature 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AE35AFE-766A-413F-A93A-E3E3DD35D2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3EFFEDBB-DBA4-4ADB-8C7C-BB8BA7C1B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86568AC-C030-4062-A901-099C0652B6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DAF3CCFD-DFB7-4F41-BA8F-29971BF74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24F8A6E2-91AF-4E02-B496-C83F6C2AA8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036847FB-06F2-4FD8-BE47-4DB3C24091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8C0451FC-310A-43E9-9729-44182F3E80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42" name="Picture Placeholder 6">
            <a:extLst>
              <a:ext uri="{FF2B5EF4-FFF2-40B4-BE49-F238E27FC236}">
                <a16:creationId xmlns:a16="http://schemas.microsoft.com/office/drawing/2014/main" id="{67438B45-3033-4333-9291-C16FDA7FE4E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8775" y="1166813"/>
            <a:ext cx="3960000" cy="3384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43" name="Title Placeholder 1">
            <a:extLst>
              <a:ext uri="{FF2B5EF4-FFF2-40B4-BE49-F238E27FC236}">
                <a16:creationId xmlns:a16="http://schemas.microsoft.com/office/drawing/2014/main" id="{D7877908-E650-4527-9706-AE5A1F335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844E4B7F-2CD0-42CB-A5FE-F261C086486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</p:spTree>
    <p:extLst>
      <p:ext uri="{BB962C8B-B14F-4D97-AF65-F5344CB8AC3E}">
        <p14:creationId xmlns:p14="http://schemas.microsoft.com/office/powerpoint/2010/main" val="13268565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 lis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6"/>
          <p:cNvSpPr>
            <a:spLocks noGrp="1"/>
          </p:cNvSpPr>
          <p:nvPr>
            <p:ph type="pic" sz="quarter" idx="21" hasCustomPrompt="1"/>
          </p:nvPr>
        </p:nvSpPr>
        <p:spPr>
          <a:xfrm>
            <a:off x="4824000" y="1166813"/>
            <a:ext cx="3960000" cy="3384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 picture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1166400"/>
            <a:ext cx="421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D312E8C-BE32-5F45-A5AB-57FDA327217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60000" y="1526400"/>
            <a:ext cx="4212000" cy="64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228600" marR="0" lvl="0" indent="-2286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start texting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B2B283F4-6A0B-471C-A732-F65C846808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600E863B-52E4-4781-8262-9FB48E5B62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5DAD8144-B22E-46EF-9AC7-1D90C957ED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102F37CD-5E56-4675-8B08-DA678D1A79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7B482CF2-8E7E-4126-8250-BD81E12B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ACBB67F9-2A60-4EE6-85C7-C73F985A1D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981887DB-9C40-400F-BF42-526997BEF9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id="{9356BB9C-0274-4669-911F-CECC23F91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317"/>
            <a:ext cx="8424000" cy="3888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289DC23-3629-432E-B406-3B098DCC4E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735013"/>
            <a:ext cx="8424000" cy="2159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800" b="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a subtitle or delete this placeholder if not needed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D3F4D45-906C-428A-AFA1-ABEC209E2A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0000" y="3542400"/>
            <a:ext cx="421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F95554F-28E2-47A1-AC5C-E520F9CBDD66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0000" y="3902400"/>
            <a:ext cx="4212000" cy="64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228600" marR="0" lvl="0" indent="-2286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start texting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CDFC640-5C15-48E4-9FE9-7564EF3FFA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0000" y="2354400"/>
            <a:ext cx="4212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lang="en-US" sz="1600" b="1" kern="12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US"/>
              <a:t>Click to add a title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1813B541-6C9D-4392-8766-594D955F9AF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60000" y="2714400"/>
            <a:ext cx="4212000" cy="64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90000"/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+mj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200">
                <a:solidFill>
                  <a:schemeClr val="bg2"/>
                </a:solidFill>
                <a:latin typeface="+mj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1200">
                <a:solidFill>
                  <a:schemeClr val="bg2"/>
                </a:solidFill>
                <a:latin typeface="+mj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2"/>
                </a:solidFill>
                <a:latin typeface="+mj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marL="228600" marR="0" lvl="0" indent="-228600" algn="l" defTabSz="685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to start texting</a:t>
            </a:r>
          </a:p>
        </p:txBody>
      </p:sp>
    </p:spTree>
    <p:extLst>
      <p:ext uri="{BB962C8B-B14F-4D97-AF65-F5344CB8AC3E}">
        <p14:creationId xmlns:p14="http://schemas.microsoft.com/office/powerpoint/2010/main" val="10885426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uge 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CE32CDB3-D363-4E85-8C78-285F331946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35F970F3-16A4-4DF0-9603-A0C531A852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25BE17C-F6D4-4484-8B27-A6C075193D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C244DF4E-C960-44D1-B02F-2EAFD36FA6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E69C9DB0-4EF5-4B9C-B044-56DA28FD1F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882B6DD0-E595-46D4-A379-2A91B48FD1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214E8992-3EC4-40BD-969F-64B324C3AB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D4505-DF1B-48B7-B012-DC5021F3B08A}"/>
              </a:ext>
            </a:extLst>
          </p:cNvPr>
          <p:cNvSpPr/>
          <p:nvPr userDrawn="1"/>
        </p:nvSpPr>
        <p:spPr>
          <a:xfrm>
            <a:off x="358775" y="231775"/>
            <a:ext cx="8424000" cy="4427537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44000" tIns="360000" rIns="144000" bIns="14400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0" indent="-144000" defTabSz="6858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sz="1200" noProof="0">
              <a:solidFill>
                <a:schemeClr val="bg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ED2350-BF3F-4637-9A63-4F13851CAA36}"/>
              </a:ext>
            </a:extLst>
          </p:cNvPr>
          <p:cNvSpPr/>
          <p:nvPr userDrawn="1"/>
        </p:nvSpPr>
        <p:spPr>
          <a:xfrm>
            <a:off x="-1" y="1"/>
            <a:ext cx="1238400" cy="1109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 noProof="0">
              <a:solidFill>
                <a:schemeClr val="bg2"/>
              </a:solidFill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F85E98B-061F-40D5-96DE-3C431138E5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2000" y="950913"/>
            <a:ext cx="7200000" cy="2304099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accent3"/>
                </a:solidFill>
                <a:latin typeface="+mj-lt"/>
              </a:defRPr>
            </a:lvl1pPr>
            <a:lvl2pPr marL="342900" indent="0" algn="ctr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685800" indent="0" algn="ctr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1028700" indent="0" algn="ctr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1371600" indent="0" algn="ctr">
              <a:lnSpc>
                <a:spcPct val="100000"/>
              </a:lnSpc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noProof="0"/>
              <a:t>Click to add a quote </a:t>
            </a:r>
            <a:br>
              <a:rPr lang="en-US" noProof="0"/>
            </a:br>
            <a:r>
              <a:rPr lang="en-US" noProof="0"/>
              <a:t>or a key-phrase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737CA1-95F3-4B6F-98D2-BBDEDAD4A0C5}"/>
              </a:ext>
            </a:extLst>
          </p:cNvPr>
          <p:cNvGrpSpPr/>
          <p:nvPr userDrawn="1"/>
        </p:nvGrpSpPr>
        <p:grpSpPr>
          <a:xfrm>
            <a:off x="336071" y="234950"/>
            <a:ext cx="736600" cy="715963"/>
            <a:chOff x="250825" y="234950"/>
            <a:chExt cx="736600" cy="715963"/>
          </a:xfrm>
          <a:solidFill>
            <a:schemeClr val="tx2"/>
          </a:solidFill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3572D079-3B58-4F15-88D7-C60D9163DED6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>
              <a:off x="628650" y="234950"/>
              <a:ext cx="358775" cy="715963"/>
            </a:xfrm>
            <a:custGeom>
              <a:avLst/>
              <a:gdLst>
                <a:gd name="T0" fmla="*/ 431 w 466"/>
                <a:gd name="T1" fmla="*/ 932 h 932"/>
                <a:gd name="T2" fmla="*/ 0 w 466"/>
                <a:gd name="T3" fmla="*/ 932 h 932"/>
                <a:gd name="T4" fmla="*/ 0 w 466"/>
                <a:gd name="T5" fmla="*/ 624 h 932"/>
                <a:gd name="T6" fmla="*/ 33 w 466"/>
                <a:gd name="T7" fmla="*/ 329 h 932"/>
                <a:gd name="T8" fmla="*/ 155 w 466"/>
                <a:gd name="T9" fmla="*/ 135 h 932"/>
                <a:gd name="T10" fmla="*/ 382 w 466"/>
                <a:gd name="T11" fmla="*/ 0 h 932"/>
                <a:gd name="T12" fmla="*/ 466 w 466"/>
                <a:gd name="T13" fmla="*/ 178 h 932"/>
                <a:gd name="T14" fmla="*/ 281 w 466"/>
                <a:gd name="T15" fmla="*/ 297 h 932"/>
                <a:gd name="T16" fmla="*/ 222 w 466"/>
                <a:gd name="T17" fmla="*/ 501 h 932"/>
                <a:gd name="T18" fmla="*/ 431 w 466"/>
                <a:gd name="T19" fmla="*/ 501 h 932"/>
                <a:gd name="T20" fmla="*/ 431 w 466"/>
                <a:gd name="T21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6" h="932">
                  <a:moveTo>
                    <a:pt x="431" y="932"/>
                  </a:moveTo>
                  <a:cubicBezTo>
                    <a:pt x="0" y="932"/>
                    <a:pt x="0" y="932"/>
                    <a:pt x="0" y="932"/>
                  </a:cubicBezTo>
                  <a:cubicBezTo>
                    <a:pt x="0" y="624"/>
                    <a:pt x="0" y="624"/>
                    <a:pt x="0" y="624"/>
                  </a:cubicBezTo>
                  <a:cubicBezTo>
                    <a:pt x="0" y="499"/>
                    <a:pt x="11" y="401"/>
                    <a:pt x="33" y="329"/>
                  </a:cubicBezTo>
                  <a:cubicBezTo>
                    <a:pt x="55" y="257"/>
                    <a:pt x="96" y="192"/>
                    <a:pt x="155" y="135"/>
                  </a:cubicBezTo>
                  <a:cubicBezTo>
                    <a:pt x="214" y="78"/>
                    <a:pt x="290" y="33"/>
                    <a:pt x="382" y="0"/>
                  </a:cubicBezTo>
                  <a:cubicBezTo>
                    <a:pt x="466" y="178"/>
                    <a:pt x="466" y="178"/>
                    <a:pt x="466" y="178"/>
                  </a:cubicBezTo>
                  <a:cubicBezTo>
                    <a:pt x="380" y="207"/>
                    <a:pt x="319" y="246"/>
                    <a:pt x="281" y="297"/>
                  </a:cubicBezTo>
                  <a:cubicBezTo>
                    <a:pt x="244" y="349"/>
                    <a:pt x="224" y="416"/>
                    <a:pt x="222" y="501"/>
                  </a:cubicBezTo>
                  <a:cubicBezTo>
                    <a:pt x="431" y="501"/>
                    <a:pt x="431" y="501"/>
                    <a:pt x="431" y="501"/>
                  </a:cubicBezTo>
                  <a:lnTo>
                    <a:pt x="431" y="9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A356A7CE-C4D0-4BAF-8DB2-AC97FCC26B03}"/>
                </a:ext>
              </a:extLst>
            </p:cNvPr>
            <p:cNvSpPr>
              <a:spLocks/>
            </p:cNvSpPr>
            <p:nvPr userDrawn="1"/>
          </p:nvSpPr>
          <p:spPr bwMode="auto">
            <a:xfrm rot="10800000">
              <a:off x="250825" y="234950"/>
              <a:ext cx="358775" cy="715963"/>
            </a:xfrm>
            <a:custGeom>
              <a:avLst/>
              <a:gdLst>
                <a:gd name="T0" fmla="*/ 431 w 466"/>
                <a:gd name="T1" fmla="*/ 932 h 932"/>
                <a:gd name="T2" fmla="*/ 0 w 466"/>
                <a:gd name="T3" fmla="*/ 932 h 932"/>
                <a:gd name="T4" fmla="*/ 0 w 466"/>
                <a:gd name="T5" fmla="*/ 624 h 932"/>
                <a:gd name="T6" fmla="*/ 33 w 466"/>
                <a:gd name="T7" fmla="*/ 329 h 932"/>
                <a:gd name="T8" fmla="*/ 155 w 466"/>
                <a:gd name="T9" fmla="*/ 135 h 932"/>
                <a:gd name="T10" fmla="*/ 382 w 466"/>
                <a:gd name="T11" fmla="*/ 0 h 932"/>
                <a:gd name="T12" fmla="*/ 466 w 466"/>
                <a:gd name="T13" fmla="*/ 178 h 932"/>
                <a:gd name="T14" fmla="*/ 281 w 466"/>
                <a:gd name="T15" fmla="*/ 297 h 932"/>
                <a:gd name="T16" fmla="*/ 222 w 466"/>
                <a:gd name="T17" fmla="*/ 501 h 932"/>
                <a:gd name="T18" fmla="*/ 431 w 466"/>
                <a:gd name="T19" fmla="*/ 501 h 932"/>
                <a:gd name="T20" fmla="*/ 431 w 466"/>
                <a:gd name="T21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6" h="932">
                  <a:moveTo>
                    <a:pt x="431" y="932"/>
                  </a:moveTo>
                  <a:cubicBezTo>
                    <a:pt x="0" y="932"/>
                    <a:pt x="0" y="932"/>
                    <a:pt x="0" y="932"/>
                  </a:cubicBezTo>
                  <a:cubicBezTo>
                    <a:pt x="0" y="624"/>
                    <a:pt x="0" y="624"/>
                    <a:pt x="0" y="624"/>
                  </a:cubicBezTo>
                  <a:cubicBezTo>
                    <a:pt x="0" y="499"/>
                    <a:pt x="11" y="401"/>
                    <a:pt x="33" y="329"/>
                  </a:cubicBezTo>
                  <a:cubicBezTo>
                    <a:pt x="55" y="257"/>
                    <a:pt x="96" y="192"/>
                    <a:pt x="155" y="135"/>
                  </a:cubicBezTo>
                  <a:cubicBezTo>
                    <a:pt x="214" y="78"/>
                    <a:pt x="290" y="33"/>
                    <a:pt x="382" y="0"/>
                  </a:cubicBezTo>
                  <a:cubicBezTo>
                    <a:pt x="466" y="178"/>
                    <a:pt x="466" y="178"/>
                    <a:pt x="466" y="178"/>
                  </a:cubicBezTo>
                  <a:cubicBezTo>
                    <a:pt x="380" y="207"/>
                    <a:pt x="319" y="246"/>
                    <a:pt x="281" y="297"/>
                  </a:cubicBezTo>
                  <a:cubicBezTo>
                    <a:pt x="244" y="349"/>
                    <a:pt x="224" y="416"/>
                    <a:pt x="222" y="501"/>
                  </a:cubicBezTo>
                  <a:cubicBezTo>
                    <a:pt x="431" y="501"/>
                    <a:pt x="431" y="501"/>
                    <a:pt x="431" y="501"/>
                  </a:cubicBezTo>
                  <a:lnTo>
                    <a:pt x="431" y="9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/>
            </a:p>
          </p:txBody>
        </p:sp>
      </p:grp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60467E71-9E43-4B1B-85A2-B197DDEFD4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2000" y="3398401"/>
            <a:ext cx="7200000" cy="6492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an author or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136821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679950" y="232215"/>
            <a:ext cx="4464050" cy="4319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to add a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B8503B-202C-F74A-92E0-21BBEDB5F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758"/>
            <a:ext cx="4104000" cy="71315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98249FEC-8250-43FF-829D-C32687C4A5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6ACC219F-A626-4878-8989-D1C50DD7F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286356B5-1C53-49D2-8BDA-1CF1F94FEA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3AF916B2-942A-46CC-936B-04D79E926B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5C0D1EA1-105A-430A-AA89-2951154297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A280072-C342-4AD7-8053-D617197BD9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5073E479-6300-45B0-B03C-AFAC0D4BFC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1D5EFF-DFE6-4AF8-8A0A-30D7C69E7CD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0000" y="1166813"/>
            <a:ext cx="4104000" cy="33845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44000" indent="-1440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>
                <a:solidFill>
                  <a:schemeClr val="accent3"/>
                </a:solidFill>
                <a:latin typeface="+mn-lt"/>
              </a:defRPr>
            </a:lvl1pPr>
            <a:lvl2pPr marL="288000" indent="-144000">
              <a:lnSpc>
                <a:spcPct val="10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  <a:defRPr sz="1100">
                <a:solidFill>
                  <a:schemeClr val="accent3"/>
                </a:solidFill>
                <a:latin typeface="+mn-lt"/>
              </a:defRPr>
            </a:lvl2pPr>
            <a:lvl3pPr marL="504000" indent="-216000">
              <a:lnSpc>
                <a:spcPct val="100000"/>
              </a:lnSpc>
              <a:spcBef>
                <a:spcPts val="600"/>
              </a:spcBef>
              <a:buFont typeface="+mj-lt"/>
              <a:buAutoNum type="alphaLcParenR"/>
              <a:defRPr sz="1000">
                <a:solidFill>
                  <a:schemeClr val="accent3"/>
                </a:solidFill>
                <a:latin typeface="+mn-lt"/>
              </a:defRPr>
            </a:lvl3pPr>
            <a:lvl4pPr marL="648000" indent="-144000">
              <a:lnSpc>
                <a:spcPct val="100000"/>
              </a:lnSpc>
              <a:spcBef>
                <a:spcPts val="600"/>
              </a:spcBef>
              <a:buSzPct val="90000"/>
              <a:buFont typeface="+mj-lt"/>
              <a:buAutoNum type="romanLcPeriod"/>
              <a:defRPr sz="900">
                <a:solidFill>
                  <a:schemeClr val="accent3"/>
                </a:solidFill>
                <a:latin typeface="+mn-lt"/>
              </a:defRPr>
            </a:lvl4pPr>
            <a:lvl5pPr marL="792000" indent="-144000">
              <a:lnSpc>
                <a:spcPct val="100000"/>
              </a:lnSpc>
              <a:spcBef>
                <a:spcPts val="600"/>
              </a:spcBef>
              <a:defRPr sz="800">
                <a:solidFill>
                  <a:schemeClr val="accent3"/>
                </a:solidFill>
                <a:latin typeface="+mn-lt"/>
              </a:defRPr>
            </a:lvl5pPr>
            <a:lvl6pPr marL="1714500" indent="0">
              <a:buNone/>
              <a:defRPr sz="1200">
                <a:solidFill>
                  <a:schemeClr val="bg2"/>
                </a:solidFill>
              </a:defRPr>
            </a:lvl6pPr>
          </a:lstStyle>
          <a:p>
            <a:pPr lvl="0"/>
            <a:r>
              <a:rPr lang="en-GB"/>
              <a:t>Click to start texting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775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D6C97B1C-1905-4A1B-A8CE-587B0ABA79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7C7809C3-22F0-40F7-A103-DCA3499E41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FF7DEE9-CD67-49C8-9228-BFE7546579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5EB0E434-9593-463D-97E1-6003AD1294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29B09CAB-8ECD-40A9-8690-F91C77E8A5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B66B330C-569A-4F43-8B88-9975D9B114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767D88D4-2393-4B9E-B27A-7D480D8FD9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0C104ED-F0C4-4A06-84AF-8B6C873EC5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758"/>
            <a:ext cx="8424000" cy="71315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DF40716-C70B-4288-8D0B-40341F3A7CB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4366697"/>
            <a:ext cx="4068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add a caption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45CDB04C-7CAD-41D9-845A-5BA72A40900F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360000" y="1166813"/>
            <a:ext cx="4068000" cy="30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46800" anchor="ctr">
            <a:noAutofit/>
          </a:bodyPr>
          <a:lstStyle>
            <a:lvl1pPr marL="0" indent="0" algn="ctr">
              <a:buNone/>
              <a:defRPr sz="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to add a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288D5B5-5C1D-4511-AF12-0F50F81567C9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716000" y="4366697"/>
            <a:ext cx="4068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add a caption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E00FA18F-E07B-402C-95CD-8E6461BB6A5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4716000" y="1166813"/>
            <a:ext cx="4068000" cy="30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46800" anchor="ctr">
            <a:noAutofit/>
          </a:bodyPr>
          <a:lstStyle>
            <a:lvl1pPr marL="0" indent="0" algn="ctr">
              <a:buNone/>
              <a:defRPr sz="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825359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4366697"/>
            <a:ext cx="8424000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add a caption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B8503B-202C-F74A-92E0-21BBEDB5F5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37758"/>
            <a:ext cx="8424000" cy="71315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/>
              <a:t>Click to add a title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F268005-949A-104A-88C9-50A2B2128201}"/>
              </a:ext>
            </a:extLst>
          </p:cNvPr>
          <p:cNvSpPr>
            <a:spLocks noGrp="1" noChangeAspect="1"/>
          </p:cNvSpPr>
          <p:nvPr>
            <p:ph type="pic" idx="10" hasCustomPrompt="1"/>
          </p:nvPr>
        </p:nvSpPr>
        <p:spPr>
          <a:xfrm>
            <a:off x="360000" y="1166813"/>
            <a:ext cx="8424000" cy="30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46800" anchor="ctr">
            <a:noAutofit/>
          </a:bodyPr>
          <a:lstStyle>
            <a:lvl1pPr marL="0" indent="0" algn="ctr">
              <a:buNone/>
              <a:defRPr sz="800">
                <a:solidFill>
                  <a:schemeClr val="accent3"/>
                </a:solidFill>
                <a:latin typeface="+mn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to add a picture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62F55D6-050F-4604-AB9E-E45764934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F71B3528-E39D-4F0F-BC1D-A116A41B67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716E7FEE-CE79-4FA7-8FF8-1301FEBFBE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0A583FDA-BD9E-462D-9ED9-3BF5D74A9C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6C5D53F2-D625-4B98-B0D1-F56FC9A8536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B99676D4-3E9D-4CC4-9F33-9E00E74FD4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5047B46D-159D-4E76-962F-DE29C502A4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1417462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BA0E5465-F6B3-4B38-84E0-29375051F5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5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2800" b="1">
                <a:solidFill>
                  <a:schemeClr val="bg2"/>
                </a:solidFill>
              </a:defRPr>
            </a:lvl2pPr>
            <a:lvl3pPr marL="685800" indent="0">
              <a:buNone/>
              <a:defRPr sz="2800" b="1">
                <a:solidFill>
                  <a:schemeClr val="bg2"/>
                </a:solidFill>
              </a:defRPr>
            </a:lvl3pPr>
            <a:lvl4pPr marL="1028700" indent="0">
              <a:buNone/>
              <a:defRPr sz="2800" b="1">
                <a:solidFill>
                  <a:schemeClr val="bg2"/>
                </a:solidFill>
              </a:defRPr>
            </a:lvl4pPr>
            <a:lvl5pPr marL="1371600" indent="0">
              <a:buNone/>
              <a:defRPr sz="28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0E9EF598-EC9D-40A3-9868-EAA671513B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9892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8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A2B2B008-A1F9-4FAB-8159-6926A56800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1359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0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Lead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E0703B44-015F-4E83-858D-9AD6A93DAB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42826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1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CBBA166E-7442-4105-A99B-E9C750D4A5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576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2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0CE106A7-3000-4282-ABD3-00E95BC7CB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87230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accent3"/>
                </a:solidFill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Caption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5D696E0-73A3-4677-AC98-81311BAA1A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4293" y="-81385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2pPr>
            <a:lvl3pPr marL="6858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3pPr>
            <a:lvl4pPr marL="10287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4pPr>
            <a:lvl5pPr marL="1371600" indent="0">
              <a:buNone/>
              <a:defRPr b="1">
                <a:solidFill>
                  <a:schemeClr val="bg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Text title 2</a:t>
            </a:r>
          </a:p>
        </p:txBody>
      </p:sp>
    </p:spTree>
    <p:extLst>
      <p:ext uri="{BB962C8B-B14F-4D97-AF65-F5344CB8AC3E}">
        <p14:creationId xmlns:p14="http://schemas.microsoft.com/office/powerpoint/2010/main" val="421780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21181A-9B1B-F14B-BE89-5EB3C5B1A7CC}"/>
              </a:ext>
            </a:extLst>
          </p:cNvPr>
          <p:cNvSpPr/>
          <p:nvPr userDrawn="1"/>
        </p:nvSpPr>
        <p:spPr>
          <a:xfrm>
            <a:off x="0" y="4783500"/>
            <a:ext cx="9144000" cy="360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37600"/>
            <a:ext cx="8424000" cy="71331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424000" y="47835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543EFB28-95C3-4AD7-B235-3AE45BD06154}" type="slidenum">
              <a:rPr lang="en-US" sz="800" b="0" spc="50" smtClean="0">
                <a:solidFill>
                  <a:srgbClr val="FFFFFF"/>
                </a:solidFill>
                <a:latin typeface="+mj-lt"/>
              </a:rPr>
              <a:t>‹#›</a:t>
            </a:fld>
            <a:endParaRPr lang="en-US" sz="800" b="0" spc="5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0ABB4F-568F-CA4C-A18F-BB6DBA032D29}"/>
              </a:ext>
            </a:extLst>
          </p:cNvPr>
          <p:cNvSpPr/>
          <p:nvPr userDrawn="1"/>
        </p:nvSpPr>
        <p:spPr>
          <a:xfrm>
            <a:off x="9291142" y="153262"/>
            <a:ext cx="363255" cy="3574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9C369-FBF0-294A-AF2F-E46F3AD729F1}"/>
              </a:ext>
            </a:extLst>
          </p:cNvPr>
          <p:cNvSpPr/>
          <p:nvPr userDrawn="1"/>
        </p:nvSpPr>
        <p:spPr>
          <a:xfrm>
            <a:off x="9291142" y="1591183"/>
            <a:ext cx="363255" cy="35746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8C71FE-CA91-3547-A124-8DFD6FD80BDA}"/>
              </a:ext>
            </a:extLst>
          </p:cNvPr>
          <p:cNvSpPr/>
          <p:nvPr userDrawn="1"/>
        </p:nvSpPr>
        <p:spPr>
          <a:xfrm>
            <a:off x="9291142" y="1948651"/>
            <a:ext cx="363255" cy="35746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CA951A-2C25-0140-A586-C9ECB14BA1FD}"/>
              </a:ext>
            </a:extLst>
          </p:cNvPr>
          <p:cNvSpPr/>
          <p:nvPr userDrawn="1"/>
        </p:nvSpPr>
        <p:spPr>
          <a:xfrm>
            <a:off x="9291142" y="515223"/>
            <a:ext cx="363255" cy="35746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0C66B4-A8E4-2B42-ABCB-8996D8C3DD99}"/>
              </a:ext>
            </a:extLst>
          </p:cNvPr>
          <p:cNvSpPr/>
          <p:nvPr userDrawn="1"/>
        </p:nvSpPr>
        <p:spPr>
          <a:xfrm>
            <a:off x="9291142" y="872691"/>
            <a:ext cx="363255" cy="35746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F2592E-DED5-3548-8DF0-C0BB7910B80A}"/>
              </a:ext>
            </a:extLst>
          </p:cNvPr>
          <p:cNvSpPr/>
          <p:nvPr userDrawn="1"/>
        </p:nvSpPr>
        <p:spPr>
          <a:xfrm>
            <a:off x="9291142" y="2306118"/>
            <a:ext cx="363255" cy="357468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C1408B-E341-4817-80E4-A7D07AEB8A3A}"/>
              </a:ext>
            </a:extLst>
          </p:cNvPr>
          <p:cNvSpPr txBox="1"/>
          <p:nvPr userDrawn="1"/>
        </p:nvSpPr>
        <p:spPr>
          <a:xfrm>
            <a:off x="0" y="-1187585"/>
            <a:ext cx="9144000" cy="937096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noAutofit/>
          </a:bodyPr>
          <a:lstStyle/>
          <a:p>
            <a:pPr algn="ctr"/>
            <a:r>
              <a:rPr lang="en-US" sz="800" u="none">
                <a:solidFill>
                  <a:schemeClr val="bg1"/>
                </a:solidFill>
              </a:rPr>
              <a:t>Place cursor </a:t>
            </a:r>
            <a:r>
              <a:rPr lang="en-US" sz="800">
                <a:solidFill>
                  <a:schemeClr val="bg1"/>
                </a:solidFill>
              </a:rPr>
              <a:t>on the text style below,</a:t>
            </a:r>
            <a:r>
              <a:rPr lang="en-US" sz="800" baseline="0">
                <a:solidFill>
                  <a:schemeClr val="bg1"/>
                </a:solidFill>
              </a:rPr>
              <a:t> then click the </a:t>
            </a:r>
            <a:r>
              <a:rPr lang="en-US" sz="800" b="0" u="sng" baseline="0">
                <a:solidFill>
                  <a:schemeClr val="bg1"/>
                </a:solidFill>
              </a:rPr>
              <a:t>format painter tool</a:t>
            </a:r>
            <a:r>
              <a:rPr lang="en-US" sz="800" b="0" u="none" baseline="0">
                <a:solidFill>
                  <a:schemeClr val="bg1"/>
                </a:solidFill>
              </a:rPr>
              <a:t> at the</a:t>
            </a:r>
            <a:r>
              <a:rPr lang="en-US" sz="800" baseline="0">
                <a:solidFill>
                  <a:schemeClr val="bg1"/>
                </a:solidFill>
              </a:rPr>
              <a:t> </a:t>
            </a:r>
            <a:r>
              <a:rPr lang="en-US" sz="800" u="sng" baseline="0">
                <a:solidFill>
                  <a:schemeClr val="bg1"/>
                </a:solidFill>
              </a:rPr>
              <a:t>home tab</a:t>
            </a:r>
            <a:r>
              <a:rPr lang="en-US" sz="800" u="none" baseline="0">
                <a:solidFill>
                  <a:schemeClr val="bg1"/>
                </a:solidFill>
              </a:rPr>
              <a:t> </a:t>
            </a:r>
            <a:r>
              <a:rPr lang="en-US" sz="800" baseline="0">
                <a:solidFill>
                  <a:schemeClr val="bg1"/>
                </a:solidFill>
              </a:rPr>
              <a:t>and apply the selected style by ‘</a:t>
            </a:r>
            <a:r>
              <a:rPr lang="en-US" sz="800" u="sng" baseline="0">
                <a:solidFill>
                  <a:schemeClr val="bg1"/>
                </a:solidFill>
              </a:rPr>
              <a:t>painting’ your text</a:t>
            </a:r>
            <a:endParaRPr lang="en-US" sz="800" u="none" baseline="0">
              <a:solidFill>
                <a:schemeClr val="bg1"/>
              </a:solidFill>
            </a:endParaRPr>
          </a:p>
          <a:p>
            <a:pPr algn="ctr"/>
            <a:r>
              <a:rPr lang="en-US" sz="800" u="none" baseline="0">
                <a:solidFill>
                  <a:schemeClr val="bg1"/>
                </a:solidFill>
              </a:rPr>
              <a:t>Or just use </a:t>
            </a:r>
            <a:r>
              <a:rPr lang="en-US" sz="800" b="1" u="none" kern="1200" baseline="0">
                <a:solidFill>
                  <a:schemeClr val="bg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⌘</a:t>
            </a:r>
            <a:r>
              <a:rPr lang="en-US" sz="800" u="none" baseline="0">
                <a:solidFill>
                  <a:schemeClr val="bg1"/>
                </a:solidFill>
                <a:highlight>
                  <a:srgbClr val="FF0000"/>
                </a:highlight>
              </a:rPr>
              <a:t>+SHIFT+C </a:t>
            </a:r>
            <a:r>
              <a:rPr lang="en-US" sz="800" u="none" baseline="0">
                <a:solidFill>
                  <a:schemeClr val="bg1"/>
                </a:solidFill>
              </a:rPr>
              <a:t>and </a:t>
            </a:r>
            <a:r>
              <a:rPr lang="en-US" sz="800" b="1" u="none" kern="1200" baseline="0">
                <a:solidFill>
                  <a:schemeClr val="bg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⌘</a:t>
            </a:r>
            <a:r>
              <a:rPr lang="en-US" sz="800" u="none" kern="1200" baseline="0">
                <a:solidFill>
                  <a:schemeClr val="bg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+SHIFT+V </a:t>
            </a:r>
            <a:r>
              <a:rPr lang="en-US" sz="800" u="none" baseline="0">
                <a:solidFill>
                  <a:schemeClr val="bg1"/>
                </a:solidFill>
              </a:rPr>
              <a:t>to copy-paste any styles (</a:t>
            </a:r>
            <a:r>
              <a:rPr lang="en-US" sz="800" u="none" kern="1200" baseline="0">
                <a:solidFill>
                  <a:schemeClr val="bg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CTRL+SHIFT+C </a:t>
            </a:r>
            <a:r>
              <a:rPr lang="en-US" sz="800" u="none" baseline="0">
                <a:solidFill>
                  <a:schemeClr val="bg1"/>
                </a:solidFill>
              </a:rPr>
              <a:t>and </a:t>
            </a:r>
            <a:r>
              <a:rPr lang="en-US" sz="800" u="none" kern="1200" baseline="0">
                <a:solidFill>
                  <a:schemeClr val="bg1"/>
                </a:solidFill>
                <a:highlight>
                  <a:srgbClr val="FF0000"/>
                </a:highlight>
                <a:latin typeface="+mn-lt"/>
                <a:ea typeface="+mn-ea"/>
                <a:cs typeface="+mn-cs"/>
              </a:rPr>
              <a:t>CTRL+SHIFT+V </a:t>
            </a:r>
            <a:r>
              <a:rPr lang="en-US" sz="800" u="none" baseline="0">
                <a:solidFill>
                  <a:schemeClr val="bg1"/>
                </a:solidFill>
              </a:rPr>
              <a:t>in case of Windows)</a:t>
            </a:r>
            <a:endParaRPr lang="en-US" sz="800" u="none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53A6A-5868-764B-AAFA-4738E2FA5AF6}"/>
              </a:ext>
            </a:extLst>
          </p:cNvPr>
          <p:cNvSpPr txBox="1"/>
          <p:nvPr userDrawn="1"/>
        </p:nvSpPr>
        <p:spPr>
          <a:xfrm>
            <a:off x="4140000" y="4783500"/>
            <a:ext cx="4174087" cy="36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en-US"/>
            </a:defPPr>
            <a:lvl1pPr algn="ctr">
              <a:defRPr sz="900" b="0" spc="50" baseline="0">
                <a:solidFill>
                  <a:schemeClr val="tx2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SG" sz="800" u="sng" spc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constructor.universit</a:t>
            </a:r>
            <a:r>
              <a:rPr lang="en-SG" sz="800" u="none" spc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y </a:t>
            </a:r>
            <a:r>
              <a:rPr lang="ru-RU" sz="800" spc="0"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SG" sz="800" spc="0">
                <a:solidFill>
                  <a:schemeClr val="bg1"/>
                </a:solidFill>
                <a:effectLst/>
              </a:rPr>
              <a:t>|  </a:t>
            </a:r>
            <a:r>
              <a:rPr lang="en-US" sz="800" spc="0">
                <a:solidFill>
                  <a:schemeClr val="bg1"/>
                </a:solidFill>
                <a:effectLst/>
              </a:rPr>
              <a:t>Confidential </a:t>
            </a:r>
            <a:r>
              <a:rPr lang="en-US" sz="800" b="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</a:t>
            </a:r>
            <a:r>
              <a:rPr lang="en-SG" sz="800" spc="0">
                <a:solidFill>
                  <a:schemeClr val="bg1"/>
                </a:solidFill>
                <a:effectLst/>
              </a:rPr>
              <a:t>Constructor University</a:t>
            </a:r>
            <a:endParaRPr lang="en-US" sz="800" spc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BE317-4BB7-4C63-A61C-2CF1E73D75B5}"/>
              </a:ext>
            </a:extLst>
          </p:cNvPr>
          <p:cNvSpPr txBox="1"/>
          <p:nvPr userDrawn="1"/>
        </p:nvSpPr>
        <p:spPr>
          <a:xfrm>
            <a:off x="9291142" y="-12192"/>
            <a:ext cx="562499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r>
              <a:rPr lang="en-US" sz="700">
                <a:solidFill>
                  <a:schemeClr val="bg1"/>
                </a:solidFill>
              </a:rPr>
              <a:t>Main colors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32D2B5-8907-4094-853D-6E02F9A0AC77}"/>
              </a:ext>
            </a:extLst>
          </p:cNvPr>
          <p:cNvSpPr txBox="1"/>
          <p:nvPr userDrawn="1"/>
        </p:nvSpPr>
        <p:spPr>
          <a:xfrm>
            <a:off x="9291142" y="1429503"/>
            <a:ext cx="562499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r>
              <a:rPr lang="en-US" sz="700">
                <a:solidFill>
                  <a:schemeClr val="bg1"/>
                </a:solidFill>
              </a:rPr>
              <a:t>Accent colors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657DF5-901C-4183-9724-0EE4FF64B82F}"/>
              </a:ext>
            </a:extLst>
          </p:cNvPr>
          <p:cNvSpPr txBox="1"/>
          <p:nvPr userDrawn="1"/>
        </p:nvSpPr>
        <p:spPr>
          <a:xfrm>
            <a:off x="9291142" y="2850489"/>
            <a:ext cx="681914" cy="115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defTabSz="432000">
              <a:spcBef>
                <a:spcPts val="600"/>
              </a:spcBef>
            </a:pPr>
            <a:r>
              <a:rPr lang="en-US" sz="700">
                <a:solidFill>
                  <a:schemeClr val="bg1"/>
                </a:solidFill>
              </a:rPr>
              <a:t>Graphene black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8CF43B-FDCA-4D6F-AEA3-93FF35CB595E}"/>
              </a:ext>
            </a:extLst>
          </p:cNvPr>
          <p:cNvSpPr/>
          <p:nvPr userDrawn="1"/>
        </p:nvSpPr>
        <p:spPr>
          <a:xfrm>
            <a:off x="9291141" y="3018038"/>
            <a:ext cx="363255" cy="35746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en-US" sz="3200">
              <a:solidFill>
                <a:schemeClr val="bg2"/>
              </a:solidFill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6601091A-60D9-4A66-B5EE-C2C954632A47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60000" y="4893252"/>
            <a:ext cx="2805012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7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6" r:id="rId2"/>
    <p:sldLayoutId id="2147483687" r:id="rId3"/>
    <p:sldLayoutId id="2147483715" r:id="rId4"/>
    <p:sldLayoutId id="2147483688" r:id="rId5"/>
    <p:sldLayoutId id="2147483720" r:id="rId6"/>
    <p:sldLayoutId id="2147483717" r:id="rId7"/>
    <p:sldLayoutId id="2147483689" r:id="rId8"/>
    <p:sldLayoutId id="2147483729" r:id="rId9"/>
    <p:sldLayoutId id="2147483732" r:id="rId10"/>
    <p:sldLayoutId id="2147483733" r:id="rId11"/>
    <p:sldLayoutId id="2147483734" r:id="rId12"/>
    <p:sldLayoutId id="2147483731" r:id="rId13"/>
    <p:sldLayoutId id="2147483730" r:id="rId14"/>
    <p:sldLayoutId id="2147483735" r:id="rId15"/>
    <p:sldLayoutId id="2147483690" r:id="rId16"/>
    <p:sldLayoutId id="2147483727" r:id="rId17"/>
    <p:sldLayoutId id="2147483728" r:id="rId18"/>
    <p:sldLayoutId id="2147483699" r:id="rId19"/>
    <p:sldLayoutId id="2147483721" r:id="rId20"/>
    <p:sldLayoutId id="2147483724" r:id="rId21"/>
    <p:sldLayoutId id="2147483722" r:id="rId22"/>
    <p:sldLayoutId id="2147483723" r:id="rId23"/>
    <p:sldLayoutId id="2147483700" r:id="rId24"/>
    <p:sldLayoutId id="2147483702" r:id="rId25"/>
    <p:sldLayoutId id="2147483703" r:id="rId26"/>
    <p:sldLayoutId id="2147483704" r:id="rId27"/>
    <p:sldLayoutId id="2147483737" r:id="rId28"/>
    <p:sldLayoutId id="2147483738" r:id="rId29"/>
    <p:sldLayoutId id="2147483739" r:id="rId30"/>
    <p:sldLayoutId id="2147483736" r:id="rId31"/>
    <p:sldLayoutId id="2147483710" r:id="rId32"/>
    <p:sldLayoutId id="2147483711" r:id="rId33"/>
    <p:sldLayoutId id="2147483714" r:id="rId34"/>
    <p:sldLayoutId id="2147483693" r:id="rId35"/>
    <p:sldLayoutId id="2147483694" r:id="rId36"/>
    <p:sldLayoutId id="2147483695" r:id="rId37"/>
    <p:sldLayoutId id="2147483697" r:id="rId3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3" orient="horz" pos="146" userDrawn="1">
          <p15:clr>
            <a:srgbClr val="F26B43"/>
          </p15:clr>
        </p15:guide>
        <p15:guide id="14" pos="226" userDrawn="1">
          <p15:clr>
            <a:srgbClr val="F26B43"/>
          </p15:clr>
        </p15:guide>
        <p15:guide id="15" orient="horz" pos="599" userDrawn="1">
          <p15:clr>
            <a:srgbClr val="F26B43"/>
          </p15:clr>
        </p15:guide>
        <p15:guide id="16" orient="horz" pos="735" userDrawn="1">
          <p15:clr>
            <a:srgbClr val="F26B43"/>
          </p15:clr>
        </p15:guide>
        <p15:guide id="17" pos="5534" userDrawn="1">
          <p15:clr>
            <a:srgbClr val="F26B43"/>
          </p15:clr>
        </p15:guide>
        <p15:guide id="18" orient="horz" pos="1552" userDrawn="1">
          <p15:clr>
            <a:srgbClr val="F26B43"/>
          </p15:clr>
        </p15:guide>
        <p15:guide id="19" pos="2880" userDrawn="1">
          <p15:clr>
            <a:srgbClr val="F26B43"/>
          </p15:clr>
        </p15:guide>
        <p15:guide id="20" orient="horz" pos="463" userDrawn="1">
          <p15:clr>
            <a:srgbClr val="F26B43"/>
          </p15:clr>
        </p15:guide>
        <p15:guide id="21" orient="horz" pos="2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read/hjbphnxzmnnm#e31056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0600E76-ED8D-4DA1-A960-476130D74E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31174FCF-55DA-4928-BE33-8D10C7A60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25A15B0E-1F1C-4888-9805-A6C4BEE3D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8BF5572-6FC8-4D43-BF41-77F3565A1E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A8ADDA8-8B00-4E14-B412-2D749FCC0C2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D0753857-F804-496F-85C4-7D4F4DCC55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EEA27BD-F963-4957-9FE6-D10FCD6517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3008C6-D5C8-388F-2A6F-CA14D1F8B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/>
              <a:t>Thesis Guideline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BC2B7-2112-DACC-1987-D1824AFAEB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06A827-4569-619F-DE2A-88D69F2B7B8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70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8160-1793-690B-2DB5-463DE047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AI and Software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1F22B-EF5C-CCCD-7C45-8EB5FC4751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CF4DE-4892-5C58-81CF-C6242D930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6A29C7-8158-ED80-0F61-E8D58CD5F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5F1BB4-3CF1-6C56-634E-8F9953EF8B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2A9935-8E00-97A3-CB3A-067C93F401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76BFA1-AA96-0494-4F62-5C1BC356BA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84FE938-D14F-4BB2-C1EE-B30086EA6C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BEF0896-4C9E-4AA0-F083-48E5EED87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759315"/>
              </p:ext>
            </p:extLst>
          </p:nvPr>
        </p:nvGraphicFramePr>
        <p:xfrm>
          <a:off x="409759" y="1315605"/>
          <a:ext cx="7833696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4341">
                  <a:extLst>
                    <a:ext uri="{9D8B030D-6E8A-4147-A177-3AD203B41FA5}">
                      <a16:colId xmlns:a16="http://schemas.microsoft.com/office/drawing/2014/main" val="1421265954"/>
                    </a:ext>
                  </a:extLst>
                </a:gridCol>
                <a:gridCol w="4649355">
                  <a:extLst>
                    <a:ext uri="{9D8B030D-6E8A-4147-A177-3AD203B41FA5}">
                      <a16:colId xmlns:a16="http://schemas.microsoft.com/office/drawing/2014/main" val="111921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99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Literature finding based on research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Paperpal, Google Scholar Labs, Consensus, Perplexity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60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Managing Literature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Zotero, Mendeley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28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SLR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Scopus, Bibliometrix in R, Constructor Knowledge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516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Overleaf, MS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170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Coding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Github Copilot, Cursor AI, Chat GPT(for debugging and explanation), Codeium, Perplexity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601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05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157D6E7-AF84-43BA-A319-3BF97541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3E1783-927A-48CE-9AE5-69AF9B7ED4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12D98A-B056-4A98-87E4-1A06804610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0896B6-8414-4284-963E-CF4FA3CC25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6AEAFE9-D4E8-4E28-AD3B-4C233C8E5D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7401C8-9437-4868-AC4F-D64694362C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05760" y="-813859"/>
            <a:ext cx="1272988" cy="46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35D233-A564-4B57-89FC-7A0A833D9F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31A198-D467-4CAF-8D5D-45597F4196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0AB0E4-5A69-CE89-3B29-AC290717CF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0000" y="963325"/>
            <a:ext cx="8424000" cy="3588038"/>
          </a:xfrm>
        </p:spPr>
        <p:txBody>
          <a:bodyPr lIns="0" tIns="0" rIns="0" bIns="0" anchor="t">
            <a:noAutofit/>
          </a:bodyPr>
          <a:lstStyle/>
          <a:p>
            <a:pPr marL="143510" indent="-143510"/>
            <a:r>
              <a:rPr lang="en-US"/>
              <a:t>Latex: </a:t>
            </a:r>
            <a:r>
              <a:rPr lang="en-US">
                <a:hlinkClick r:id="rId2"/>
              </a:rPr>
              <a:t>https://www.overleaf.com/read/hjbphnxzmnnm#e31056</a:t>
            </a:r>
            <a:endParaRPr lang="en-US"/>
          </a:p>
          <a:p>
            <a:pPr marL="143510" indent="-143510"/>
            <a:r>
              <a:rPr lang="en-US"/>
              <a:t>Word: TBD</a:t>
            </a:r>
          </a:p>
          <a:p>
            <a:pPr marL="143510" indent="-14351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7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936C-8011-EF70-1059-9089C74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Thesis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2144F-C53A-4474-4D1C-D7A19EC1E84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de-DE"/>
              <a:t>Simulations/Reinforcement Learning</a:t>
            </a:r>
          </a:p>
          <a:p>
            <a:r>
              <a:rPr lang="de-DE"/>
              <a:t>Data Analytics/ML/Predictive analytics/Model comparison</a:t>
            </a:r>
          </a:p>
          <a:p>
            <a:r>
              <a:rPr lang="de-DE"/>
              <a:t>SLR</a:t>
            </a:r>
          </a:p>
          <a:p>
            <a:r>
              <a:rPr lang="de-DE"/>
              <a:t>Survey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8FB28-9AEF-EB8B-81B6-560B690119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24044-9FFB-DD57-F0F4-ECF8A461F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DD815F-D0C1-FF77-30A2-93552CE080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210E79-D918-6F9F-B79D-5F188DED80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6F6E26-4B2D-76F1-AE15-1D1F5351F7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12EB1C-95AD-8811-1D88-0B75AD6D93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FD3C9B-2B5A-6882-8CBF-C10180ED51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2438167"/>
      </p:ext>
    </p:extLst>
  </p:cSld>
  <p:clrMapOvr>
    <a:masterClrMapping/>
  </p:clrMapOvr>
</p:sld>
</file>

<file path=ppt/theme/theme1.xml><?xml version="1.0" encoding="utf-8"?>
<a:theme xmlns:a="http://schemas.openxmlformats.org/drawingml/2006/main" name="Constructor">
  <a:themeElements>
    <a:clrScheme name="SIT">
      <a:dk1>
        <a:srgbClr val="000000"/>
      </a:dk1>
      <a:lt1>
        <a:srgbClr val="FFFFFF"/>
      </a:lt1>
      <a:dk2>
        <a:srgbClr val="00204D"/>
      </a:dk2>
      <a:lt2>
        <a:srgbClr val="E04130"/>
      </a:lt2>
      <a:accent1>
        <a:srgbClr val="004381"/>
      </a:accent1>
      <a:accent2>
        <a:srgbClr val="00A6DF"/>
      </a:accent2>
      <a:accent3>
        <a:srgbClr val="0A0A0A"/>
      </a:accent3>
      <a:accent4>
        <a:srgbClr val="E04130"/>
      </a:accent4>
      <a:accent5>
        <a:srgbClr val="FFC622"/>
      </a:accent5>
      <a:accent6>
        <a:srgbClr val="00A987"/>
      </a:accent6>
      <a:hlink>
        <a:srgbClr val="2680FF"/>
      </a:hlink>
      <a:folHlink>
        <a:srgbClr val="2680FF"/>
      </a:folHlink>
    </a:clrScheme>
    <a:fontScheme name="Aptos Dislpay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lIns="0" tIns="0" rIns="0" bIns="0" rtlCol="0" anchor="t"/>
      <a:lstStyle>
        <a:defPPr algn="ctr">
          <a:defRPr sz="3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rtlCol="0">
        <a:noAutofit/>
      </a:bodyPr>
      <a:lstStyle>
        <a:defPPr algn="l" defTabSz="432000">
          <a:spcBef>
            <a:spcPts val="600"/>
          </a:spcBef>
          <a:defRPr sz="1200" dirty="0" smtClean="0">
            <a:solidFill>
              <a:schemeClr val="accent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0" id="{254C0E01-C5DF-A546-8FB7-EC12D6D012A0}" vid="{7B1ECDA1-0635-BA45-B708-85A5CA459E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73A389ED5CCB4E821C26142A691C4E" ma:contentTypeVersion="17" ma:contentTypeDescription="Create a new document." ma:contentTypeScope="" ma:versionID="6e9cd3529aa30476f55b86f80bed4e1c">
  <xsd:schema xmlns:xsd="http://www.w3.org/2001/XMLSchema" xmlns:xs="http://www.w3.org/2001/XMLSchema" xmlns:p="http://schemas.microsoft.com/office/2006/metadata/properties" xmlns:ns2="aefe7091-3cb5-4e60-955b-7d7741b65513" xmlns:ns3="a44c5828-1725-4bd6-aa8d-6c581b2b7c9e" targetNamespace="http://schemas.microsoft.com/office/2006/metadata/properties" ma:root="true" ma:fieldsID="49a810ebcbf534931f425c8bfe4d4f33" ns2:_="" ns3:_="">
    <xsd:import namespace="aefe7091-3cb5-4e60-955b-7d7741b65513"/>
    <xsd:import namespace="a44c5828-1725-4bd6-aa8d-6c581b2b7c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e7091-3cb5-4e60-955b-7d7741b655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681046-6e08-4508-887b-d7ffc39f8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c5828-1725-4bd6-aa8d-6c581b2b7c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4cbd9a9-72df-47a6-bcf3-59fa80db7221}" ma:internalName="TaxCatchAll" ma:showField="CatchAllData" ma:web="a44c5828-1725-4bd6-aa8d-6c581b2b7c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fe7091-3cb5-4e60-955b-7d7741b65513">
      <Terms xmlns="http://schemas.microsoft.com/office/infopath/2007/PartnerControls"/>
    </lcf76f155ced4ddcb4097134ff3c332f>
    <TaxCatchAll xmlns="a44c5828-1725-4bd6-aa8d-6c581b2b7c9e" xsi:nil="true"/>
  </documentManagement>
</p:properties>
</file>

<file path=customXml/itemProps1.xml><?xml version="1.0" encoding="utf-8"?>
<ds:datastoreItem xmlns:ds="http://schemas.openxmlformats.org/officeDocument/2006/customXml" ds:itemID="{6DFBE679-86F8-4EE2-B0D4-CD269C8A51E0}">
  <ds:schemaRefs>
    <ds:schemaRef ds:uri="a44c5828-1725-4bd6-aa8d-6c581b2b7c9e"/>
    <ds:schemaRef ds:uri="aefe7091-3cb5-4e60-955b-7d7741b655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825B4F-B533-4A50-B9F3-70D79BE270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A0D9E4-733B-44DF-8B76-39E5778C500B}">
  <ds:schemaRefs>
    <ds:schemaRef ds:uri="11b106b4-0d12-417e-8e33-3779b6b47df6"/>
    <ds:schemaRef ds:uri="a44c5828-1725-4bd6-aa8d-6c581b2b7c9e"/>
    <ds:schemaRef ds:uri="aefe7091-3cb5-4e60-955b-7d7741b65513"/>
    <ds:schemaRef ds:uri="b02fa8b9-bc89-4303-9ea5-4c28f1a1e177"/>
    <ds:schemaRef ds:uri="c7eafa4b-5c8c-4629-b74f-3826ea332daa"/>
    <ds:schemaRef ds:uri="d54f58c9-8066-4918-8020-f284d968ca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Constructor</Template>
  <Application>Microsoft Office PowerPoint</Application>
  <PresentationFormat>On-screen Show (16:9)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Constructor</vt:lpstr>
      <vt:lpstr>Thesis Guideline</vt:lpstr>
      <vt:lpstr>AI and Software Tools</vt:lpstr>
      <vt:lpstr>Templates</vt:lpstr>
      <vt:lpstr>Thesis Structure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Rodriguez Heinlein, Ana</dc:creator>
  <cp:keywords/>
  <dc:description/>
  <cp:revision>1</cp:revision>
  <dcterms:created xsi:type="dcterms:W3CDTF">2024-01-18T08:59:02Z</dcterms:created>
  <dcterms:modified xsi:type="dcterms:W3CDTF">2026-03-05T14:17:55Z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ContentTypeId">
    <vt:lpwstr>0x0101009E73A389ED5CCB4E821C26142A691C4E</vt:lpwstr>
  </property>
  <property fmtid="{D5CDD505-2E9C-101B-9397-08002B2CF9AE}" pid="4" name="TaxKeyword">
    <vt:lpwstr/>
  </property>
  <property fmtid="{D5CDD505-2E9C-101B-9397-08002B2CF9AE}" pid="5" name="MediaServiceImageTags">
    <vt:lpwstr/>
  </property>
</Properties>
</file>